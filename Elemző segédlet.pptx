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vezetés" id="{9b73b5c3-148f-457a-575f-a026d2d9796d}">
          <p14:sldIdLst>
            <p14:sldId id="256"/>
          </p14:sldIdLst>
        </p14:section>
        <p14:section name="Az OVB" id="{acae1234-d481-bdda-e323-f5ef51f08c38}">
          <p14:sldIdLst>
            <p14:sldId id="257"/>
            <p14:sldId id="258"/>
            <p14:sldId id="259"/>
          </p14:sldIdLst>
        </p14:section>
        <p14:section name="Témakörök" id="{cb1c8f93-ce93-8faf-d511-e90c005523cb}">
          <p14:sldIdLst>
            <p14:sldId id="260"/>
          </p14:sldIdLst>
        </p14:section>
        <p14:section name="Nyugdíj" id="{d2e904f2-8b3c-9b7e-7638-fe0bffe35981}">
          <p14:sldIdLst>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Beszéljük át, milyen támogatások léteznek, mi az amit már igényelsz, mi az amit még nem, de érdekes lehetne. A következő alkalommal pedig ezekről fognak a szakértők majd bővebben tájékoztatni. Ügyfeleinket ezek a témakörök érdeklik és érintették legjobban, a cél minden esetben az, hogy minél nagyobb pénzügyi előnyt tegyünk elérhetővé. 
Meglévő termékek 
Mivel említetted, hogy számodra is egyszerűbb, ha egy emberhez fordulhatsz minden kérdéssel, megnézzük közösen a jelenlegi pénzügyi szolgáltatásaidat (lakásbizt., hitelek, autó bizt..) . A tapasztalatok alapján éves szinten 50-100.000 Ft-ot tudunk spórolni. Foglalkoztatok ezekkel mostanság? - Hát nem. 
Rendben, akkor a végén felírjuk milyen termékeitek vannak és a szakértők utánanéznek, hogy ár-érték arányban a legjobban járj. 
Ingatlan tervek megvalósítása 
Jelenleg saját ingatlanban laktok, vagy albérletben (fiatalnál: vagy még szülőknél)? 10-15 éven belül reálisan vannak ingatlannal kapcsolatos terveitek? Rendben, akkor erről mindenképpen beszélünk. 
/Ha már megvan a megfelelő/ 
Terveztek bármilyen felújítást a meglévő ingatlanon? 
VAGY 
Vannak terveitek másik ingatlannal? Akár befektetési céllal, akár egyéb? (Tovább költözés, gyereknek venni…) Rendben, 
akkor erről mindenképpen beszélünk. 
Otthonteremtési támogatások 
/Ha költöznének a jövőben/ 
Hallottatok már róla, hogy milyen támogatásokat tudtok igényelni, hogy minél kevesebb hitelt kelljen felvennetek? 
VAGY /ha már meglévő ingatlannal rendelkezik/ 
Hallottatok róla, hogy milyen támogatásokat tudtok igénybe venni akár a meglévő ingatlannal kapcsolatban? 
Rendben, akkor erről mindenképpen beszélünk. 
Évente járó 116.000 Ft lakáshitelek után 
Kevesen tudnak arról, hogy 2016 január óta az állam évente 116.000 Ft-al hozzájárul a lakáshitelek törlesztőjéhez. Hallottatok erről? 
HA VAN HITEL: 
Cél a hiteltől akár évekkel előbb megszabadulni? 
Következő alkalomra megnézzük nektek hogyan tudjátok kihasználni. 
A következő képekben a gyermekekhez kapcsolódó támogatásokat nézzük meg. Itt az egyik legfontosabb változás nem olyan régen történt, ugyanis kibővítik a gyermekek után kapható családi adókedvezményt. Erről hallottatok már? - Igen/Nem 
Rendben, akkor a többi támogatástól függetlenül erről mindenképpen beszélünk, ugyanis emiatt nagyon sok plusz pénzhez tudtok jutni. Akkor ezekről is mindenképpen beszélünk. 
Ha nekik nincs gyermekük: 
Rendben, akkor a többi támogatástól függetlenül erről mindenképpen beszélünk, ugyanis emiatt nagyon sok plusz pénzhez tudnak jutni a gyerekesek, gondolom te is ismersz olyanokat akiknek van most kiskorú gyermekük. - Persze Akkor miattuk röviden megnézzük, illetve lehet, hogy később ezek Neked/Nektek is fontosak lesznek :) 
200 000 Ft szülési támogatás 
Van olyan támogatás, amivel a gyermek születésekor 200 000 Ft adókedvezményt lehet igényelni, viszont ez érvényét veszti a gyermek születése után 120 nappal. Amikor a kis Petike született Ti ezt igénybe vettétek? Hogyhogy nem? Segítség lenne, ha a kistesó születésekor megkapnátok? 
Csecsemő ápolási termékekre 20% visszatérítés 
A gyermekvállalás óriási költségekkel jár a családoknak. Az ügyfeleink szerint simán havi 50.000 Ft is elmegy ezekre. Nálatok mennyi szokott lenni havonta a pelenka, vitamin, törlőkendő stb? … Iszonyú sok pénz, segítség lenne, ha ezek után kapnátok 20% os visszatérítést? 
Életkezdési támogatás a könnyebb elinduláshoz 
A jelenlegi árak mellett kezdő szülői segítség nélkül lehetetlen saját lakást venni vagy rendesen elindulni az életben. Fontos számotokra, hogy időben meg tudjátok alapozni Petike jövőjét? Van már malacpersely vagy bármilyen megtakarítás indítva neki? Rendben akkor erről mindenképpen beszélünk. 
Ruhából, tanszerből, felsőoktatási költségekből visszatérítés 
Hallottatok róla, hogy jópár éve 20%-ot lehet visszaigényelni a gyermekek tanulmányi kiadásai után? 
Ha óvodába jár vagy általános iskolában vagy középiskolában tanul akkor a tanszer, tandíj, de akár ruházati kiadásokból is vissza tudtok igényelni! Ha pedig felsőoktatásban, akkor a tanszer, tandíj, de akár a kollégiumi díjból és albérleti díjból is vissza tudtok igényelni . 
Ti szoktatok költeni Ruhára/Tanszerre/Albérletre? 
Erről is fogunk beszélni. 
Infláció elleni védelem 
Itt több minden is fontos. Egy részről a legfontosabb, hogy legyen egy tartalékunk, ha valami váratlan történik, akkor legyen hova nyúlni. A mai piaci környezetben a szakértők azt javasolják, hogy a legjobb, ha ez kiteszi a fizetésünk 3-6 havi összegét. Nektek van ilyen likvid, hozzáférhető tartalékotok? 
Rendben, akkor ezzel foglalkozunk. 
A másik, hogy a maradék pénzünk se veszítsen az infláció miatt az értékéből. Ti is biztos láttátok, hogy 10% fölötti átlag infláció volt jellemző az elmúlt években. Ti mit tettetek, hogy ettől megvédjétek a tartalékaitokat? 
Indítottatok akár bármilyen megtakarítást, vagy rendelkeztek például lejáró állampapírral? 
Rendben, ezeket is fontos, hogy megnézzük ma, ugyanis a mai környezetben nem mindegy, hogy hova tesszük el a pénzünket, akkor erről is beszélünk. 
Több millió Forint adóvisszatérítés a nyugdíjmegtakarításhoz 
Mit tudsz a jelenlegi nyugdíjhelyzetről? Így van, mire eljutunk a nyugdíjig addigra harmadára fog csökkeni a havi ellátás. Számoltad már valaha, hogy Te pontosan mekkora összegre számíthatsz? Hallottad, hogy több millió Forint támogatást ad az állam annak aki tudatosan tesz félre a jövőjére? 
Akkor ez nagyon hasznos téma lesz, erről is mindenképpen beszélünk. 
Saját egészségünk védelme 
Ma ha valaki kiesik a munkájából a fizetésének csak 60-70%-ára számíthat, azonban már több megoldás is van ennek a kiegészítésére. Ha kiesnél a munkából és kórházban lennél 2-3 hónapra, az hogyan érintene anyagilag? 
Hozzá kéne nyúlnod a tartalékaidhoz? 
Ideális esetben ilyenkor NEM a tartalékainkhoz érdemes nyúlni, ugyanis vannak olyan megoldások amik kiegészítik a jövedelmünket akár 100%-ra,vagy azon felül is. Ezeket a jövedelmünk 1-2%-ából már meg tudjuk oldani. 
A komolyabb kérdés inkább az, hogy akkor mi történne, ha egy komolyabb betegség érne, ami már nem hónapokra, hanem évekre nyúlik ki. Ilyen esetre van bármilyen védelmed? 
Nem? Hogy-hogy? 
Akkor erről mindenképpen beszélünk. 
/Ha van hitele vagy gyermeke/ 
Említetted, hogy van hiteled és/vagy gyermeked. 
Ha veled történne valami súlyos baj, akkor velük/a hitellel mi történne most? Erre van már bármilyen védelmed? 
Akkor ezzel is mindenképpen foglalkozunk ma. 
Gyógyszertári termékekre, magánorvosi ellátásra 20% visszatérítés Azt tapasztaljuk hogy a gyógyszertárakban és a magánrendelőkben is felmentek árak. Szoktatok ilyenekre költeni vagy magánba járni? 
Segítség lenne ha ezeket a kiadásokat 20%-al csökkenthetnénk?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VB_CONTENT">
    <p:bg>
      <p:bgPr>
        <a:solidFill>
          <a:srgbClr val="FFFFFF"/>
        </a:solidFill>
      </p:bgPr>
    </p:bg>
    <p:spTree>
      <p:nvGrpSpPr>
        <p:cNvPr id="1" name=""/>
        <p:cNvGrpSpPr/>
        <p:nvPr/>
      </p:nvGrpSpPr>
      <p:grpSpPr>
        <a:xfrm>
          <a:off x="0" y="0"/>
          <a:ext cx="0" cy="0"/>
          <a:chOff x="0" y="0"/>
          <a:chExt cx="0" cy="0"/>
        </a:xfrm>
      </p:grpSpPr>
      <p:pic>
        <p:nvPicPr>
          <p:cNvPr id="2" name="Image 0" descr="assets/logo_navy.png">    </p:cNvPr>
          <p:cNvPicPr>
            <a:picLocks noChangeAspect="1"/>
          </p:cNvPicPr>
          <p:nvPr/>
        </p:nvPicPr>
        <p:blipFill>
          <a:blip r:embed="rId1"/>
          <a:stretch>
            <a:fillRect/>
          </a:stretch>
        </p:blipFill>
        <p:spPr>
          <a:xfrm>
            <a:off x="11247120" y="347472"/>
            <a:ext cx="466344" cy="548640"/>
          </a:xfrm>
          <a:prstGeom prst="rect">
            <a:avLst/>
          </a:prstGeom>
        </p:spPr>
      </p:pic>
      <p:sp>
        <p:nvSpPr>
          <p:cNvPr id="3" name="Text 0"/>
          <p:cNvSpPr/>
          <p:nvPr>
            <p:ph idx="101" type="body" hasCustomPrompt="1"/>
          </p:nvPr>
        </p:nvSpPr>
        <p:spPr>
          <a:xfrm>
            <a:off x="548640" y="292608"/>
            <a:ext cx="8229600" cy="274320"/>
          </a:xfrm>
          <a:prstGeom prst="rect">
            <a:avLst/>
          </a:prstGeom>
          <a:noFill/>
          <a:ln/>
        </p:spPr>
        <p:txBody>
          <a:bodyPr wrap="square" rtlCol="0"/>
          <a:lstStyle>
            <a:lvl1pPr algn="l" indent="0" marL="0">
              <a:buNone/>
              <a:defRPr lang="en-US" sz="1200" b="1" spc="200" kern="0" dirty="0">
                <a:solidFill>
                  <a:srgbClr val="00B7E5"/>
                </a:solidFill>
              </a:defRPr>
            </a:lvl1pPr>
          </a:lstStyle>
          <a:p>
            <a:pPr algn="l" indent="0" marL="0">
              <a:buNone/>
            </a:pPr>
            <a:endParaRPr lang="en-US" sz="1200" dirty="0"/>
          </a:p>
        </p:txBody>
      </p:sp>
      <p:sp>
        <p:nvSpPr>
          <p:cNvPr id="4" name="Text 0"/>
          <p:cNvSpPr/>
          <p:nvPr>
            <p:ph idx="102" type="title" hasCustomPrompt="1"/>
          </p:nvPr>
        </p:nvSpPr>
        <p:spPr>
          <a:xfrm>
            <a:off x="548640" y="566928"/>
            <a:ext cx="10058400" cy="640080"/>
          </a:xfrm>
          <a:prstGeom prst="rect">
            <a:avLst/>
          </a:prstGeom>
          <a:noFill/>
          <a:ln/>
        </p:spPr>
        <p:txBody>
          <a:bodyPr wrap="square" rtlCol="0"/>
          <a:lstStyle>
            <a:lvl1pPr algn="l" indent="0" marL="0">
              <a:buNone/>
              <a:defRPr lang="en-US" sz="3000" b="1" dirty="0">
                <a:solidFill>
                  <a:srgbClr val="003366"/>
                </a:solidFill>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VB_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slideLayout" Target="../slideLayouts/slideLayout2.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descr="assets/hero.jpg">    </p:cNvPr>
          <p:cNvPicPr>
            <a:picLocks noChangeAspect="1"/>
          </p:cNvPicPr>
          <p:nvPr/>
        </p:nvPicPr>
        <p:blipFill>
          <a:blip r:embed="rId1"/>
          <a:stretch>
            <a:fillRect/>
          </a:stretch>
        </p:blipFill>
        <p:spPr>
          <a:xfrm>
            <a:off x="0" y="0"/>
            <a:ext cx="12191695" cy="6858000"/>
          </a:xfrm>
          <a:prstGeom prst="rect">
            <a:avLst/>
          </a:prstGeom>
        </p:spPr>
      </p:pic>
      <p:pic>
        <p:nvPicPr>
          <p:cNvPr id="3" name="grad" descr="assets/grad_left.png">    </p:cNvPr>
          <p:cNvPicPr>
            <a:picLocks noChangeAspect="1"/>
          </p:cNvPicPr>
          <p:nvPr/>
        </p:nvPicPr>
        <p:blipFill>
          <a:blip r:embed="rId2"/>
          <a:stretch>
            <a:fillRect/>
          </a:stretch>
        </p:blipFill>
        <p:spPr>
          <a:xfrm>
            <a:off x="0" y="0"/>
            <a:ext cx="12191695" cy="6858000"/>
          </a:xfrm>
          <a:prstGeom prst="rect">
            <a:avLst/>
          </a:prstGeom>
        </p:spPr>
      </p:pic>
      <p:pic>
        <p:nvPicPr>
          <p:cNvPr id="4" name="logo" descr="assets/logo_white.png">    </p:cNvPr>
          <p:cNvPicPr>
            <a:picLocks noChangeAspect="1"/>
          </p:cNvPicPr>
          <p:nvPr/>
        </p:nvPicPr>
        <p:blipFill>
          <a:blip r:embed="rId3"/>
          <a:stretch>
            <a:fillRect/>
          </a:stretch>
        </p:blipFill>
        <p:spPr>
          <a:xfrm>
            <a:off x="640080" y="548640"/>
            <a:ext cx="704088" cy="822960"/>
          </a:xfrm>
          <a:prstGeom prst="rect">
            <a:avLst/>
          </a:prstGeom>
        </p:spPr>
      </p:pic>
      <p:sp>
        <p:nvSpPr>
          <p:cNvPr id="5" name="a_kicker"/>
          <p:cNvSpPr txBox="1"/>
          <p:nvPr/>
        </p:nvSpPr>
        <p:spPr>
          <a:xfrm>
            <a:off x="640080" y="2743200"/>
            <a:ext cx="6400800" cy="365760"/>
          </a:xfrm>
          <a:prstGeom prst="rect">
            <a:avLst/>
          </a:prstGeom>
          <a:noFill/>
          <a:ln/>
        </p:spPr>
        <p:txBody>
          <a:bodyPr wrap="square" lIns="0" tIns="0" rIns="0" bIns="0" rtlCol="0" anchor="ctr"/>
          <a:lstStyle/>
          <a:p>
            <a:pPr indent="0" marL="0">
              <a:buNone/>
            </a:pPr>
            <a:r>
              <a:rPr lang="en-US" sz="1400" b="1" spc="300" kern="0" dirty="0">
                <a:solidFill>
                  <a:srgbClr val="00B7E5"/>
                </a:solidFill>
                <a:latin typeface="Arial" pitchFamily="34" charset="0"/>
                <a:ea typeface="Arial" pitchFamily="34" charset="-122"/>
                <a:cs typeface="Arial" pitchFamily="34" charset="-120"/>
              </a:rPr>
              <a:t>ELEMZŐ SEGÉDLET</a:t>
            </a:r>
            <a:endParaRPr lang="en-US" sz="1400" dirty="0"/>
          </a:p>
        </p:txBody>
      </p:sp>
      <p:sp>
        <p:nvSpPr>
          <p:cNvPr id="6" name="a_title"/>
          <p:cNvSpPr txBox="1"/>
          <p:nvPr/>
        </p:nvSpPr>
        <p:spPr>
          <a:xfrm>
            <a:off x="640080" y="3108960"/>
            <a:ext cx="731520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OVB Magyarország</a:t>
            </a:r>
            <a:endParaRPr lang="en-US" sz="5400" dirty="0"/>
          </a:p>
        </p:txBody>
      </p:sp>
      <p:sp>
        <p:nvSpPr>
          <p:cNvPr id="7" name="a_sub"/>
          <p:cNvSpPr txBox="1"/>
          <p:nvPr/>
        </p:nvSpPr>
        <p:spPr>
          <a:xfrm>
            <a:off x="640080" y="4114800"/>
            <a:ext cx="7315200" cy="548640"/>
          </a:xfrm>
          <a:prstGeom prst="rect">
            <a:avLst/>
          </a:prstGeom>
          <a:noFill/>
          <a:ln/>
        </p:spPr>
        <p:txBody>
          <a:bodyPr wrap="square" lIns="0" tIns="0" rIns="0" bIns="0" rtlCol="0" anchor="ctr"/>
          <a:lstStyle/>
          <a:p>
            <a:pPr indent="0" marL="0">
              <a:buNone/>
            </a:pPr>
            <a:r>
              <a:rPr lang="en-US" sz="2200" dirty="0">
                <a:solidFill>
                  <a:srgbClr val="D6EEF8"/>
                </a:solidFill>
                <a:latin typeface="Arial" pitchFamily="34" charset="0"/>
                <a:ea typeface="Arial" pitchFamily="34" charset="-122"/>
                <a:cs typeface="Arial" pitchFamily="34" charset="-120"/>
              </a:rPr>
              <a:t>Elemzünk, segítünk, megoldást találunk</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50"/>
                                        <p:tgtEl>
                                          <p:spTgt spid="5"/>
                                        </p:tgtEl>
                                      </p:cBhvr>
                                    </p:animEffect>
                                    <p:anim calcmode="lin" valueType="num">
                                      <p:cBhvr>
                                        <p:cTn id="6" dur="550" decel="100000" fill="hold"/>
                                        <p:tgtEl>
                                          <p:spTgt spid="5"/>
                                        </p:tgtEl>
                                        <p:attrNameLst>
                                          <p:attrName>ppt_x</p:attrName>
                                        </p:attrNameLst>
                                      </p:cBhvr>
                                      <p:tavLst>
                                        <p:tav tm="0">
                                          <p:val>
                                            <p:strVal val="#ppt_x"/>
                                          </p:val>
                                        </p:tav>
                                        <p:tav tm="100000">
                                          <p:val>
                                            <p:strVal val="#ppt_x"/>
                                          </p:val>
                                        </p:tav>
                                      </p:tavLst>
                                    </p:anim>
                                    <p:anim calcmode="lin" valueType="num">
                                      <p:cBhvr>
                                        <p:cTn id="7" dur="550" decel="100000" fill="hold"/>
                                        <p:tgtEl>
                                          <p:spTgt spid="5"/>
                                        </p:tgtEl>
                                        <p:attrNameLst>
                                          <p:attrName>ppt_y</p:attrName>
                                        </p:attrNameLst>
                                      </p:cBhvr>
                                      <p:tavLst>
                                        <p:tav tm="0">
                                          <p:val>
                                            <p:strVal val="#ppt_y+.04"/>
                                          </p:val>
                                        </p:tav>
                                        <p:tav tm="100000">
                                          <p:val>
                                            <p:strVal val="#ppt_y"/>
                                          </p:val>
                                        </p:tav>
                                      </p:tavLst>
                                    </p:anim>
                                  </p:childTnLst>
                                </p:cTn>
                              </p:par>
                              <p:par>
                                <p:cTn id="8" presetID="42" presetClass="entr" presetSubtype="0" fill="hold" grpId="0" nodeType="withEffect">
                                  <p:stCondLst>
                                    <p:cond delay="18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50"/>
                                        <p:tgtEl>
                                          <p:spTgt spid="6"/>
                                        </p:tgtEl>
                                      </p:cBhvr>
                                    </p:animEffect>
                                    <p:anim calcmode="lin" valueType="num">
                                      <p:cBhvr>
                                        <p:cTn id="11" dur="550" decel="100000" fill="hold"/>
                                        <p:tgtEl>
                                          <p:spTgt spid="6"/>
                                        </p:tgtEl>
                                        <p:attrNameLst>
                                          <p:attrName>ppt_x</p:attrName>
                                        </p:attrNameLst>
                                      </p:cBhvr>
                                      <p:tavLst>
                                        <p:tav tm="0">
                                          <p:val>
                                            <p:strVal val="#ppt_x"/>
                                          </p:val>
                                        </p:tav>
                                        <p:tav tm="100000">
                                          <p:val>
                                            <p:strVal val="#ppt_x"/>
                                          </p:val>
                                        </p:tav>
                                      </p:tavLst>
                                    </p:anim>
                                    <p:anim calcmode="lin" valueType="num">
                                      <p:cBhvr>
                                        <p:cTn id="12" dur="550" decel="100000" fill="hold"/>
                                        <p:tgtEl>
                                          <p:spTgt spid="6"/>
                                        </p:tgtEl>
                                        <p:attrNameLst>
                                          <p:attrName>ppt_y</p:attrName>
                                        </p:attrNameLst>
                                      </p:cBhvr>
                                      <p:tavLst>
                                        <p:tav tm="0">
                                          <p:val>
                                            <p:strVal val="#ppt_y+.04"/>
                                          </p:val>
                                        </p:tav>
                                        <p:tav tm="100000">
                                          <p:val>
                                            <p:strVal val="#ppt_y"/>
                                          </p:val>
                                        </p:tav>
                                      </p:tavLst>
                                    </p:anim>
                                  </p:childTnLst>
                                </p:cTn>
                              </p:par>
                              <p:par>
                                <p:cTn id="13" presetID="42" presetClass="entr" presetSubtype="0" fill="hold" grpId="0" nodeType="withEffect">
                                  <p:stCondLst>
                                    <p:cond delay="36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50"/>
                                        <p:tgtEl>
                                          <p:spTgt spid="7"/>
                                        </p:tgtEl>
                                      </p:cBhvr>
                                    </p:animEffect>
                                    <p:anim calcmode="lin" valueType="num">
                                      <p:cBhvr>
                                        <p:cTn id="16" dur="550" decel="100000" fill="hold"/>
                                        <p:tgtEl>
                                          <p:spTgt spid="7"/>
                                        </p:tgtEl>
                                        <p:attrNameLst>
                                          <p:attrName>ppt_x</p:attrName>
                                        </p:attrNameLst>
                                      </p:cBhvr>
                                      <p:tavLst>
                                        <p:tav tm="0">
                                          <p:val>
                                            <p:strVal val="#ppt_x"/>
                                          </p:val>
                                        </p:tav>
                                        <p:tav tm="100000">
                                          <p:val>
                                            <p:strVal val="#ppt_x"/>
                                          </p:val>
                                        </p:tav>
                                      </p:tavLst>
                                    </p:anim>
                                    <p:anim calcmode="lin" valueType="num">
                                      <p:cBhvr>
                                        <p:cTn id="17" dur="550" decel="100000" fill="hold"/>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548640" y="292608"/>
            <a:ext cx="8229600" cy="274320"/>
          </a:xfrm>
          <a:prstGeom prst="rect">
            <a:avLst/>
          </a:prstGeom>
          <a:noFill/>
          <a:ln/>
        </p:spPr>
        <p:txBody>
          <a:bodyPr wrap="square" lIns="0" tIns="0" rIns="0" bIns="0" rtlCol="0" anchor="ctr"/>
          <a:lstStyle/>
          <a:p>
            <a:pPr algn="l" indent="0" marL="0">
              <a:buNone/>
            </a:pPr>
            <a:r>
              <a:rPr lang="en-US" sz="1200" b="1" spc="200" kern="0" dirty="0">
                <a:solidFill>
                  <a:srgbClr val="00B7E5"/>
                </a:solidFill>
              </a:rPr>
              <a:t>AZ OVB</a:t>
            </a:r>
            <a:endParaRPr lang="en-US" sz="1200" dirty="0"/>
          </a:p>
        </p:txBody>
      </p:sp>
      <p:sp>
        <p:nvSpPr>
          <p:cNvPr id="3" name="Text 0"/>
          <p:cNvSpPr/>
          <p:nvPr>
            <p:ph idx="102" type="title" hasCustomPrompt="1"/>
          </p:nvPr>
        </p:nvSpPr>
        <p:spPr>
          <a:xfrm>
            <a:off x="548640" y="566928"/>
            <a:ext cx="10058400" cy="640080"/>
          </a:xfrm>
          <a:prstGeom prst="rect">
            <a:avLst/>
          </a:prstGeom>
          <a:noFill/>
          <a:ln/>
        </p:spPr>
        <p:txBody>
          <a:bodyPr wrap="square" lIns="0" tIns="0" rIns="0" bIns="0" rtlCol="0" anchor="ctr"/>
          <a:lstStyle/>
          <a:p>
            <a:pPr algn="l" indent="0" marL="0">
              <a:buNone/>
            </a:pPr>
            <a:r>
              <a:rPr lang="en-US" sz="3000" b="1" dirty="0">
                <a:solidFill>
                  <a:srgbClr val="003366"/>
                </a:solidFill>
              </a:rPr>
              <a:t>Mérföldköveink</a:t>
            </a:r>
            <a:endParaRPr lang="en-US" sz="3000" dirty="0"/>
          </a:p>
        </p:txBody>
      </p:sp>
      <p:sp>
        <p:nvSpPr>
          <p:cNvPr id="4" name="tl_line"/>
          <p:cNvSpPr/>
          <p:nvPr/>
        </p:nvSpPr>
        <p:spPr>
          <a:xfrm>
            <a:off x="548640" y="2487168"/>
            <a:ext cx="11091672" cy="0"/>
          </a:xfrm>
          <a:prstGeom prst="line">
            <a:avLst/>
          </a:prstGeom>
          <a:noFill/>
          <a:ln w="31750">
            <a:solidFill>
              <a:srgbClr val="003366"/>
            </a:solidFill>
            <a:prstDash val="solid"/>
            <a:tailEnd type="triangle"/>
          </a:ln>
        </p:spPr>
      </p:sp>
      <p:sp>
        <p:nvSpPr>
          <p:cNvPr id="5" name="ms0_year"/>
          <p:cNvSpPr txBox="1"/>
          <p:nvPr/>
        </p:nvSpPr>
        <p:spPr>
          <a:xfrm>
            <a:off x="411480" y="1371600"/>
            <a:ext cx="1828800" cy="411480"/>
          </a:xfrm>
          <a:prstGeom prst="rect">
            <a:avLst/>
          </a:prstGeom>
          <a:noFill/>
          <a:ln/>
        </p:spPr>
        <p:txBody>
          <a:bodyPr wrap="square" lIns="0" tIns="0" rIns="0" bIns="0" rtlCol="0" anchor="ctr"/>
          <a:lstStyle/>
          <a:p>
            <a:pPr algn="ctr" indent="0" marL="0">
              <a:buNone/>
            </a:pPr>
            <a:r>
              <a:rPr lang="en-US" sz="2400" b="1" dirty="0">
                <a:solidFill>
                  <a:srgbClr val="003366"/>
                </a:solidFill>
                <a:latin typeface="Arial" pitchFamily="34" charset="0"/>
                <a:ea typeface="Arial" pitchFamily="34" charset="-122"/>
                <a:cs typeface="Arial" pitchFamily="34" charset="-120"/>
              </a:rPr>
              <a:t>1970</a:t>
            </a:r>
            <a:endParaRPr lang="en-US" sz="2400" dirty="0"/>
          </a:p>
        </p:txBody>
      </p:sp>
      <p:sp>
        <p:nvSpPr>
          <p:cNvPr id="6" name="ms0_title"/>
          <p:cNvSpPr txBox="1"/>
          <p:nvPr/>
        </p:nvSpPr>
        <p:spPr>
          <a:xfrm>
            <a:off x="411480" y="1783080"/>
            <a:ext cx="1828800" cy="548640"/>
          </a:xfrm>
          <a:prstGeom prst="rect">
            <a:avLst/>
          </a:prstGeom>
          <a:noFill/>
          <a:ln/>
        </p:spPr>
        <p:txBody>
          <a:bodyPr wrap="square" lIns="0" tIns="0" rIns="0" bIns="0" rtlCol="0" anchor="t"/>
          <a:lstStyle/>
          <a:p>
            <a:pPr algn="ctr" indent="0" marL="0">
              <a:buNone/>
            </a:pPr>
            <a:r>
              <a:rPr lang="en-US" sz="1250" b="1" dirty="0">
                <a:solidFill>
                  <a:srgbClr val="1A2733"/>
                </a:solidFill>
                <a:latin typeface="Arial" pitchFamily="34" charset="0"/>
                <a:ea typeface="Arial" pitchFamily="34" charset="-122"/>
                <a:cs typeface="Arial" pitchFamily="34" charset="-120"/>
              </a:rPr>
              <a:t>Az OVB alapítása</a:t>
            </a:r>
            <a:endParaRPr lang="en-US" sz="1250" dirty="0"/>
          </a:p>
        </p:txBody>
      </p:sp>
      <p:sp>
        <p:nvSpPr>
          <p:cNvPr id="7" name="ms0_dot"/>
          <p:cNvSpPr/>
          <p:nvPr/>
        </p:nvSpPr>
        <p:spPr>
          <a:xfrm>
            <a:off x="1188720" y="2350008"/>
            <a:ext cx="274320" cy="274320"/>
          </a:xfrm>
          <a:prstGeom prst="ellipse">
            <a:avLst/>
          </a:prstGeom>
          <a:solidFill>
            <a:srgbClr val="FFFFFF"/>
          </a:solidFill>
          <a:ln w="31750">
            <a:solidFill>
              <a:srgbClr val="003366"/>
            </a:solidFill>
            <a:prstDash val="solid"/>
          </a:ln>
        </p:spPr>
      </p:sp>
      <p:sp>
        <p:nvSpPr>
          <p:cNvPr id="8" name="ms0_world"/>
          <p:cNvSpPr txBox="1"/>
          <p:nvPr/>
        </p:nvSpPr>
        <p:spPr>
          <a:xfrm>
            <a:off x="411480" y="2743200"/>
            <a:ext cx="1828800" cy="548640"/>
          </a:xfrm>
          <a:prstGeom prst="rect">
            <a:avLst/>
          </a:prstGeom>
          <a:noFill/>
          <a:ln/>
        </p:spPr>
        <p:txBody>
          <a:bodyPr wrap="square" lIns="0" tIns="0" rIns="0" bIns="0" rtlCol="0" anchor="t"/>
          <a:lstStyle/>
          <a:p>
            <a:pPr algn="ctr" indent="0" marL="0">
              <a:buNone/>
            </a:pPr>
            <a:r>
              <a:rPr lang="en-US" sz="1100" i="1" dirty="0">
                <a:solidFill>
                  <a:srgbClr val="5B6B7B"/>
                </a:solidFill>
                <a:latin typeface="Arial" pitchFamily="34" charset="0"/>
                <a:ea typeface="Arial" pitchFamily="34" charset="-122"/>
                <a:cs typeface="Arial" pitchFamily="34" charset="-120"/>
              </a:rPr>
              <a:t>Boeing 747-es első útja</a:t>
            </a:r>
            <a:endParaRPr lang="en-US" sz="1100" dirty="0"/>
          </a:p>
        </p:txBody>
      </p:sp>
      <p:sp>
        <p:nvSpPr>
          <p:cNvPr id="9" name="ms1_year"/>
          <p:cNvSpPr txBox="1"/>
          <p:nvPr/>
        </p:nvSpPr>
        <p:spPr>
          <a:xfrm>
            <a:off x="2313432" y="1371600"/>
            <a:ext cx="1828800" cy="411480"/>
          </a:xfrm>
          <a:prstGeom prst="rect">
            <a:avLst/>
          </a:prstGeom>
          <a:noFill/>
          <a:ln/>
        </p:spPr>
        <p:txBody>
          <a:bodyPr wrap="square" lIns="0" tIns="0" rIns="0" bIns="0" rtlCol="0" anchor="ctr"/>
          <a:lstStyle/>
          <a:p>
            <a:pPr algn="ctr" indent="0" marL="0">
              <a:buNone/>
            </a:pPr>
            <a:r>
              <a:rPr lang="en-US" sz="2400" b="1" dirty="0">
                <a:solidFill>
                  <a:srgbClr val="003366"/>
                </a:solidFill>
                <a:latin typeface="Arial" pitchFamily="34" charset="0"/>
                <a:ea typeface="Arial" pitchFamily="34" charset="-122"/>
                <a:cs typeface="Arial" pitchFamily="34" charset="-120"/>
              </a:rPr>
              <a:t>1992</a:t>
            </a:r>
            <a:endParaRPr lang="en-US" sz="2400" dirty="0"/>
          </a:p>
        </p:txBody>
      </p:sp>
      <p:sp>
        <p:nvSpPr>
          <p:cNvPr id="10" name="ms1_title"/>
          <p:cNvSpPr txBox="1"/>
          <p:nvPr/>
        </p:nvSpPr>
        <p:spPr>
          <a:xfrm>
            <a:off x="2313432" y="1783080"/>
            <a:ext cx="1828800" cy="548640"/>
          </a:xfrm>
          <a:prstGeom prst="rect">
            <a:avLst/>
          </a:prstGeom>
          <a:noFill/>
          <a:ln/>
        </p:spPr>
        <p:txBody>
          <a:bodyPr wrap="square" lIns="0" tIns="0" rIns="0" bIns="0" rtlCol="0" anchor="t"/>
          <a:lstStyle/>
          <a:p>
            <a:pPr algn="ctr" indent="0" marL="0">
              <a:buNone/>
            </a:pPr>
            <a:r>
              <a:rPr lang="en-US" sz="1250" b="1" dirty="0">
                <a:solidFill>
                  <a:srgbClr val="1A2733"/>
                </a:solidFill>
                <a:latin typeface="Arial" pitchFamily="34" charset="0"/>
                <a:ea typeface="Arial" pitchFamily="34" charset="-122"/>
                <a:cs typeface="Arial" pitchFamily="34" charset="-120"/>
              </a:rPr>
              <a:t>Belép a magyar piacra az OVB</a:t>
            </a:r>
            <a:endParaRPr lang="en-US" sz="1250" dirty="0"/>
          </a:p>
        </p:txBody>
      </p:sp>
      <p:sp>
        <p:nvSpPr>
          <p:cNvPr id="11" name="ms1_dot"/>
          <p:cNvSpPr/>
          <p:nvPr/>
        </p:nvSpPr>
        <p:spPr>
          <a:xfrm>
            <a:off x="3090672" y="2350008"/>
            <a:ext cx="274320" cy="274320"/>
          </a:xfrm>
          <a:prstGeom prst="ellipse">
            <a:avLst/>
          </a:prstGeom>
          <a:solidFill>
            <a:srgbClr val="FFFFFF"/>
          </a:solidFill>
          <a:ln w="31750">
            <a:solidFill>
              <a:srgbClr val="003366"/>
            </a:solidFill>
            <a:prstDash val="solid"/>
          </a:ln>
        </p:spPr>
      </p:sp>
      <p:sp>
        <p:nvSpPr>
          <p:cNvPr id="12" name="ms1_world"/>
          <p:cNvSpPr txBox="1"/>
          <p:nvPr/>
        </p:nvSpPr>
        <p:spPr>
          <a:xfrm>
            <a:off x="2313432" y="2743200"/>
            <a:ext cx="1828800" cy="548640"/>
          </a:xfrm>
          <a:prstGeom prst="rect">
            <a:avLst/>
          </a:prstGeom>
          <a:noFill/>
          <a:ln/>
        </p:spPr>
        <p:txBody>
          <a:bodyPr wrap="square" lIns="0" tIns="0" rIns="0" bIns="0" rtlCol="0" anchor="t"/>
          <a:lstStyle/>
          <a:p>
            <a:pPr algn="ctr" indent="0" marL="0">
              <a:buNone/>
            </a:pPr>
            <a:r>
              <a:rPr lang="en-US" sz="1100" i="1" dirty="0">
                <a:solidFill>
                  <a:srgbClr val="5B6B7B"/>
                </a:solidFill>
                <a:latin typeface="Arial" pitchFamily="34" charset="0"/>
                <a:ea typeface="Arial" pitchFamily="34" charset="-122"/>
                <a:cs typeface="Arial" pitchFamily="34" charset="-120"/>
              </a:rPr>
              <a:t>Létrejön a világháló (WWW)</a:t>
            </a:r>
            <a:endParaRPr lang="en-US" sz="1100" dirty="0"/>
          </a:p>
        </p:txBody>
      </p:sp>
      <p:sp>
        <p:nvSpPr>
          <p:cNvPr id="13" name="ms2_year"/>
          <p:cNvSpPr txBox="1"/>
          <p:nvPr/>
        </p:nvSpPr>
        <p:spPr>
          <a:xfrm>
            <a:off x="4215384" y="1371600"/>
            <a:ext cx="1828800" cy="411480"/>
          </a:xfrm>
          <a:prstGeom prst="rect">
            <a:avLst/>
          </a:prstGeom>
          <a:noFill/>
          <a:ln/>
        </p:spPr>
        <p:txBody>
          <a:bodyPr wrap="square" lIns="0" tIns="0" rIns="0" bIns="0" rtlCol="0" anchor="ctr"/>
          <a:lstStyle/>
          <a:p>
            <a:pPr algn="ctr" indent="0" marL="0">
              <a:buNone/>
            </a:pPr>
            <a:r>
              <a:rPr lang="en-US" sz="2400" b="1" dirty="0">
                <a:solidFill>
                  <a:srgbClr val="003366"/>
                </a:solidFill>
                <a:latin typeface="Arial" pitchFamily="34" charset="0"/>
                <a:ea typeface="Arial" pitchFamily="34" charset="-122"/>
                <a:cs typeface="Arial" pitchFamily="34" charset="-120"/>
              </a:rPr>
              <a:t>2014</a:t>
            </a:r>
            <a:endParaRPr lang="en-US" sz="2400" dirty="0"/>
          </a:p>
        </p:txBody>
      </p:sp>
      <p:sp>
        <p:nvSpPr>
          <p:cNvPr id="14" name="ms2_title"/>
          <p:cNvSpPr txBox="1"/>
          <p:nvPr/>
        </p:nvSpPr>
        <p:spPr>
          <a:xfrm>
            <a:off x="4215384" y="1783080"/>
            <a:ext cx="1828800" cy="548640"/>
          </a:xfrm>
          <a:prstGeom prst="rect">
            <a:avLst/>
          </a:prstGeom>
          <a:noFill/>
          <a:ln/>
        </p:spPr>
        <p:txBody>
          <a:bodyPr wrap="square" lIns="0" tIns="0" rIns="0" bIns="0" rtlCol="0" anchor="t"/>
          <a:lstStyle/>
          <a:p>
            <a:pPr algn="ctr" indent="0" marL="0">
              <a:buNone/>
            </a:pPr>
            <a:r>
              <a:rPr lang="en-US" sz="1250" b="1" dirty="0">
                <a:solidFill>
                  <a:srgbClr val="1A2733"/>
                </a:solidFill>
                <a:latin typeface="Arial" pitchFamily="34" charset="0"/>
                <a:ea typeface="Arial" pitchFamily="34" charset="-122"/>
                <a:cs typeface="Arial" pitchFamily="34" charset="-120"/>
              </a:rPr>
              <a:t>Piacvezető</a:t>
            </a:r>
            <a:endParaRPr lang="en-US" sz="1250" dirty="0"/>
          </a:p>
        </p:txBody>
      </p:sp>
      <p:sp>
        <p:nvSpPr>
          <p:cNvPr id="15" name="ms2_dot"/>
          <p:cNvSpPr/>
          <p:nvPr/>
        </p:nvSpPr>
        <p:spPr>
          <a:xfrm>
            <a:off x="4992624" y="2350008"/>
            <a:ext cx="274320" cy="274320"/>
          </a:xfrm>
          <a:prstGeom prst="ellipse">
            <a:avLst/>
          </a:prstGeom>
          <a:solidFill>
            <a:srgbClr val="FFFFFF"/>
          </a:solidFill>
          <a:ln w="31750">
            <a:solidFill>
              <a:srgbClr val="003366"/>
            </a:solidFill>
            <a:prstDash val="solid"/>
          </a:ln>
        </p:spPr>
      </p:sp>
      <p:sp>
        <p:nvSpPr>
          <p:cNvPr id="16" name="ms2_world"/>
          <p:cNvSpPr txBox="1"/>
          <p:nvPr/>
        </p:nvSpPr>
        <p:spPr>
          <a:xfrm>
            <a:off x="4215384" y="2743200"/>
            <a:ext cx="1828800" cy="548640"/>
          </a:xfrm>
          <a:prstGeom prst="rect">
            <a:avLst/>
          </a:prstGeom>
          <a:noFill/>
          <a:ln/>
        </p:spPr>
        <p:txBody>
          <a:bodyPr wrap="square" lIns="0" tIns="0" rIns="0" bIns="0" rtlCol="0" anchor="t"/>
          <a:lstStyle/>
          <a:p>
            <a:pPr algn="ctr" indent="0" marL="0">
              <a:buNone/>
            </a:pPr>
            <a:r>
              <a:rPr lang="en-US" sz="1100" i="1" dirty="0">
                <a:solidFill>
                  <a:srgbClr val="5B6B7B"/>
                </a:solidFill>
                <a:latin typeface="Arial" pitchFamily="34" charset="0"/>
                <a:ea typeface="Arial" pitchFamily="34" charset="-122"/>
                <a:cs typeface="Arial" pitchFamily="34" charset="-120"/>
              </a:rPr>
              <a:t>Szentté avatják II. János Pál pápát</a:t>
            </a:r>
            <a:endParaRPr lang="en-US" sz="1100" dirty="0"/>
          </a:p>
        </p:txBody>
      </p:sp>
      <p:sp>
        <p:nvSpPr>
          <p:cNvPr id="17" name="ms3_year"/>
          <p:cNvSpPr txBox="1"/>
          <p:nvPr/>
        </p:nvSpPr>
        <p:spPr>
          <a:xfrm>
            <a:off x="6117336" y="1371600"/>
            <a:ext cx="1828800" cy="411480"/>
          </a:xfrm>
          <a:prstGeom prst="rect">
            <a:avLst/>
          </a:prstGeom>
          <a:noFill/>
          <a:ln/>
        </p:spPr>
        <p:txBody>
          <a:bodyPr wrap="square" lIns="0" tIns="0" rIns="0" bIns="0" rtlCol="0" anchor="ctr"/>
          <a:lstStyle/>
          <a:p>
            <a:pPr algn="ctr" indent="0" marL="0">
              <a:buNone/>
            </a:pPr>
            <a:r>
              <a:rPr lang="en-US" sz="2400" b="1" dirty="0">
                <a:solidFill>
                  <a:srgbClr val="003366"/>
                </a:solidFill>
                <a:latin typeface="Arial" pitchFamily="34" charset="0"/>
                <a:ea typeface="Arial" pitchFamily="34" charset="-122"/>
                <a:cs typeface="Arial" pitchFamily="34" charset="-120"/>
              </a:rPr>
              <a:t>2020</a:t>
            </a:r>
            <a:endParaRPr lang="en-US" sz="2400" dirty="0"/>
          </a:p>
        </p:txBody>
      </p:sp>
      <p:sp>
        <p:nvSpPr>
          <p:cNvPr id="18" name="ms3_title"/>
          <p:cNvSpPr txBox="1"/>
          <p:nvPr/>
        </p:nvSpPr>
        <p:spPr>
          <a:xfrm>
            <a:off x="6117336" y="1783080"/>
            <a:ext cx="1828800" cy="548640"/>
          </a:xfrm>
          <a:prstGeom prst="rect">
            <a:avLst/>
          </a:prstGeom>
          <a:noFill/>
          <a:ln/>
        </p:spPr>
        <p:txBody>
          <a:bodyPr wrap="square" lIns="0" tIns="0" rIns="0" bIns="0" rtlCol="0" anchor="t"/>
          <a:lstStyle/>
          <a:p>
            <a:pPr algn="ctr" indent="0" marL="0">
              <a:buNone/>
            </a:pPr>
            <a:r>
              <a:rPr lang="en-US" sz="1250" b="1" dirty="0">
                <a:solidFill>
                  <a:srgbClr val="1A2733"/>
                </a:solidFill>
                <a:latin typeface="Arial" pitchFamily="34" charset="0"/>
                <a:ea typeface="Arial" pitchFamily="34" charset="-122"/>
                <a:cs typeface="Arial" pitchFamily="34" charset="-120"/>
              </a:rPr>
              <a:t>4 millió ügyfél Európában</a:t>
            </a:r>
            <a:endParaRPr lang="en-US" sz="1250" dirty="0"/>
          </a:p>
        </p:txBody>
      </p:sp>
      <p:sp>
        <p:nvSpPr>
          <p:cNvPr id="19" name="ms3_dot"/>
          <p:cNvSpPr/>
          <p:nvPr/>
        </p:nvSpPr>
        <p:spPr>
          <a:xfrm>
            <a:off x="6894576" y="2350008"/>
            <a:ext cx="274320" cy="274320"/>
          </a:xfrm>
          <a:prstGeom prst="ellipse">
            <a:avLst/>
          </a:prstGeom>
          <a:solidFill>
            <a:srgbClr val="FFFFFF"/>
          </a:solidFill>
          <a:ln w="31750">
            <a:solidFill>
              <a:srgbClr val="003366"/>
            </a:solidFill>
            <a:prstDash val="solid"/>
          </a:ln>
        </p:spPr>
      </p:sp>
      <p:sp>
        <p:nvSpPr>
          <p:cNvPr id="20" name="ms3_world"/>
          <p:cNvSpPr txBox="1"/>
          <p:nvPr/>
        </p:nvSpPr>
        <p:spPr>
          <a:xfrm>
            <a:off x="6117336" y="2743200"/>
            <a:ext cx="1828800" cy="548640"/>
          </a:xfrm>
          <a:prstGeom prst="rect">
            <a:avLst/>
          </a:prstGeom>
          <a:noFill/>
          <a:ln/>
        </p:spPr>
        <p:txBody>
          <a:bodyPr wrap="square" lIns="0" tIns="0" rIns="0" bIns="0" rtlCol="0" anchor="t"/>
          <a:lstStyle/>
          <a:p>
            <a:pPr algn="ctr" indent="0" marL="0">
              <a:buNone/>
            </a:pPr>
            <a:r>
              <a:rPr lang="en-US" sz="1100" i="1" dirty="0">
                <a:solidFill>
                  <a:srgbClr val="5B6B7B"/>
                </a:solidFill>
                <a:latin typeface="Arial" pitchFamily="34" charset="0"/>
                <a:ea typeface="Arial" pitchFamily="34" charset="-122"/>
                <a:cs typeface="Arial" pitchFamily="34" charset="-120"/>
              </a:rPr>
              <a:t>A SpaceX és a NASA felbocsátja a Crew Dragont</a:t>
            </a:r>
            <a:endParaRPr lang="en-US" sz="1100" dirty="0"/>
          </a:p>
        </p:txBody>
      </p:sp>
      <p:sp>
        <p:nvSpPr>
          <p:cNvPr id="21" name="ms4_year"/>
          <p:cNvSpPr txBox="1"/>
          <p:nvPr/>
        </p:nvSpPr>
        <p:spPr>
          <a:xfrm>
            <a:off x="8019288" y="1371600"/>
            <a:ext cx="1828800" cy="411480"/>
          </a:xfrm>
          <a:prstGeom prst="rect">
            <a:avLst/>
          </a:prstGeom>
          <a:noFill/>
          <a:ln/>
        </p:spPr>
        <p:txBody>
          <a:bodyPr wrap="square" lIns="0" tIns="0" rIns="0" bIns="0" rtlCol="0" anchor="ctr"/>
          <a:lstStyle/>
          <a:p>
            <a:pPr algn="ctr" indent="0" marL="0">
              <a:buNone/>
            </a:pPr>
            <a:r>
              <a:rPr lang="en-US" sz="2400" b="1" dirty="0">
                <a:solidFill>
                  <a:srgbClr val="003366"/>
                </a:solidFill>
                <a:latin typeface="Arial" pitchFamily="34" charset="0"/>
                <a:ea typeface="Arial" pitchFamily="34" charset="-122"/>
                <a:cs typeface="Arial" pitchFamily="34" charset="-120"/>
              </a:rPr>
              <a:t>2021</a:t>
            </a:r>
            <a:endParaRPr lang="en-US" sz="2400" dirty="0"/>
          </a:p>
        </p:txBody>
      </p:sp>
      <p:sp>
        <p:nvSpPr>
          <p:cNvPr id="22" name="ms4_title"/>
          <p:cNvSpPr txBox="1"/>
          <p:nvPr/>
        </p:nvSpPr>
        <p:spPr>
          <a:xfrm>
            <a:off x="8019288" y="1783080"/>
            <a:ext cx="1828800" cy="548640"/>
          </a:xfrm>
          <a:prstGeom prst="rect">
            <a:avLst/>
          </a:prstGeom>
          <a:noFill/>
          <a:ln/>
        </p:spPr>
        <p:txBody>
          <a:bodyPr wrap="square" lIns="0" tIns="0" rIns="0" bIns="0" rtlCol="0" anchor="t"/>
          <a:lstStyle/>
          <a:p>
            <a:pPr algn="ctr" indent="0" marL="0">
              <a:buNone/>
            </a:pPr>
            <a:r>
              <a:rPr lang="en-US" sz="1250" b="1" dirty="0">
                <a:solidFill>
                  <a:srgbClr val="1A2733"/>
                </a:solidFill>
                <a:latin typeface="Arial" pitchFamily="34" charset="0"/>
                <a:ea typeface="Arial" pitchFamily="34" charset="-122"/>
                <a:cs typeface="Arial" pitchFamily="34" charset="-120"/>
              </a:rPr>
              <a:t>1 millió szerződés Magyarországon</a:t>
            </a:r>
            <a:endParaRPr lang="en-US" sz="1250" dirty="0"/>
          </a:p>
        </p:txBody>
      </p:sp>
      <p:sp>
        <p:nvSpPr>
          <p:cNvPr id="23" name="ms4_dot"/>
          <p:cNvSpPr/>
          <p:nvPr/>
        </p:nvSpPr>
        <p:spPr>
          <a:xfrm>
            <a:off x="8796528" y="2350008"/>
            <a:ext cx="274320" cy="274320"/>
          </a:xfrm>
          <a:prstGeom prst="ellipse">
            <a:avLst/>
          </a:prstGeom>
          <a:solidFill>
            <a:srgbClr val="FFFFFF"/>
          </a:solidFill>
          <a:ln w="31750">
            <a:solidFill>
              <a:srgbClr val="003366"/>
            </a:solidFill>
            <a:prstDash val="solid"/>
          </a:ln>
        </p:spPr>
      </p:sp>
      <p:sp>
        <p:nvSpPr>
          <p:cNvPr id="24" name="ms4_world"/>
          <p:cNvSpPr txBox="1"/>
          <p:nvPr/>
        </p:nvSpPr>
        <p:spPr>
          <a:xfrm>
            <a:off x="8019288" y="2743200"/>
            <a:ext cx="1828800" cy="548640"/>
          </a:xfrm>
          <a:prstGeom prst="rect">
            <a:avLst/>
          </a:prstGeom>
          <a:noFill/>
          <a:ln/>
        </p:spPr>
        <p:txBody>
          <a:bodyPr wrap="square" lIns="0" tIns="0" rIns="0" bIns="0" rtlCol="0" anchor="t"/>
          <a:lstStyle/>
          <a:p>
            <a:pPr algn="ctr" indent="0" marL="0">
              <a:buNone/>
            </a:pPr>
            <a:r>
              <a:rPr lang="en-US" sz="1100" i="1" dirty="0">
                <a:solidFill>
                  <a:srgbClr val="5B6B7B"/>
                </a:solidFill>
                <a:latin typeface="Arial" pitchFamily="34" charset="0"/>
                <a:ea typeface="Arial" pitchFamily="34" charset="-122"/>
                <a:cs typeface="Arial" pitchFamily="34" charset="-120"/>
              </a:rPr>
              <a:t>Tokió megrendezi az olimpiát</a:t>
            </a:r>
            <a:endParaRPr lang="en-US" sz="1100" dirty="0"/>
          </a:p>
        </p:txBody>
      </p:sp>
      <p:sp>
        <p:nvSpPr>
          <p:cNvPr id="25" name="ms5_year"/>
          <p:cNvSpPr txBox="1"/>
          <p:nvPr/>
        </p:nvSpPr>
        <p:spPr>
          <a:xfrm>
            <a:off x="9921240" y="1371600"/>
            <a:ext cx="1828800" cy="411480"/>
          </a:xfrm>
          <a:prstGeom prst="rect">
            <a:avLst/>
          </a:prstGeom>
          <a:noFill/>
          <a:ln/>
        </p:spPr>
        <p:txBody>
          <a:bodyPr wrap="square" lIns="0" tIns="0" rIns="0" bIns="0" rtlCol="0" anchor="ctr"/>
          <a:lstStyle/>
          <a:p>
            <a:pPr algn="ctr" indent="0" marL="0">
              <a:buNone/>
            </a:pPr>
            <a:r>
              <a:rPr lang="en-US" sz="2400" b="1" dirty="0">
                <a:solidFill>
                  <a:srgbClr val="00B7E5"/>
                </a:solidFill>
                <a:latin typeface="Arial" pitchFamily="34" charset="0"/>
                <a:ea typeface="Arial" pitchFamily="34" charset="-122"/>
                <a:cs typeface="Arial" pitchFamily="34" charset="-120"/>
              </a:rPr>
              <a:t>Ma</a:t>
            </a:r>
            <a:endParaRPr lang="en-US" sz="2400" dirty="0"/>
          </a:p>
        </p:txBody>
      </p:sp>
      <p:sp>
        <p:nvSpPr>
          <p:cNvPr id="26" name="ms5_title"/>
          <p:cNvSpPr txBox="1"/>
          <p:nvPr/>
        </p:nvSpPr>
        <p:spPr>
          <a:xfrm>
            <a:off x="9921240" y="1783080"/>
            <a:ext cx="1828800" cy="548640"/>
          </a:xfrm>
          <a:prstGeom prst="rect">
            <a:avLst/>
          </a:prstGeom>
          <a:noFill/>
          <a:ln/>
        </p:spPr>
        <p:txBody>
          <a:bodyPr wrap="square" lIns="0" tIns="0" rIns="0" bIns="0" rtlCol="0" anchor="t"/>
          <a:lstStyle/>
          <a:p>
            <a:pPr algn="ctr" indent="0" marL="0">
              <a:buNone/>
            </a:pPr>
            <a:r>
              <a:rPr lang="en-US" sz="1250" b="1" dirty="0">
                <a:solidFill>
                  <a:srgbClr val="1A2733"/>
                </a:solidFill>
                <a:latin typeface="Arial" pitchFamily="34" charset="0"/>
                <a:ea typeface="Arial" pitchFamily="34" charset="-122"/>
                <a:cs typeface="Arial" pitchFamily="34" charset="-120"/>
              </a:rPr>
              <a:t>17 országban vagyunk jelen Európában</a:t>
            </a:r>
            <a:endParaRPr lang="en-US" sz="1250" dirty="0"/>
          </a:p>
        </p:txBody>
      </p:sp>
      <p:sp>
        <p:nvSpPr>
          <p:cNvPr id="27" name="ms5_dot"/>
          <p:cNvSpPr/>
          <p:nvPr/>
        </p:nvSpPr>
        <p:spPr>
          <a:xfrm>
            <a:off x="10698480" y="2350008"/>
            <a:ext cx="274320" cy="274320"/>
          </a:xfrm>
          <a:prstGeom prst="ellipse">
            <a:avLst/>
          </a:prstGeom>
          <a:solidFill>
            <a:srgbClr val="00B7E5"/>
          </a:solidFill>
          <a:ln w="31750">
            <a:solidFill>
              <a:srgbClr val="00B7E5"/>
            </a:solidFill>
            <a:prstDash val="solid"/>
          </a:ln>
        </p:spPr>
      </p:sp>
      <p:sp>
        <p:nvSpPr>
          <p:cNvPr id="28" name="st0_bg"/>
          <p:cNvSpPr/>
          <p:nvPr/>
        </p:nvSpPr>
        <p:spPr>
          <a:xfrm>
            <a:off x="548640" y="3749040"/>
            <a:ext cx="2212848" cy="2514600"/>
          </a:xfrm>
          <a:prstGeom prst="roundRect">
            <a:avLst>
              <a:gd name="adj" fmla="val 4959"/>
            </a:avLst>
          </a:prstGeom>
          <a:solidFill>
            <a:srgbClr val="EEF5FA"/>
          </a:solidFill>
          <a:ln/>
        </p:spPr>
      </p:sp>
      <p:sp>
        <p:nvSpPr>
          <p:cNvPr id="29" name="st0_num"/>
          <p:cNvSpPr txBox="1"/>
          <p:nvPr/>
        </p:nvSpPr>
        <p:spPr>
          <a:xfrm>
            <a:off x="749808" y="4160520"/>
            <a:ext cx="1920240" cy="731520"/>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Minden 10.</a:t>
            </a:r>
            <a:endParaRPr lang="en-US" sz="2600" dirty="0"/>
          </a:p>
        </p:txBody>
      </p:sp>
      <p:sp>
        <p:nvSpPr>
          <p:cNvPr id="30" name="st0_lbl"/>
          <p:cNvSpPr txBox="1"/>
          <p:nvPr/>
        </p:nvSpPr>
        <p:spPr>
          <a:xfrm>
            <a:off x="749808" y="4937760"/>
            <a:ext cx="1828800" cy="822960"/>
          </a:xfrm>
          <a:prstGeom prst="rect">
            <a:avLst/>
          </a:prstGeom>
          <a:noFill/>
          <a:ln/>
        </p:spPr>
        <p:txBody>
          <a:bodyPr wrap="square" lIns="0" tIns="0" rIns="0" bIns="0" rtlCol="0" anchor="t"/>
          <a:lstStyle/>
          <a:p>
            <a:pPr indent="0" marL="0">
              <a:buNone/>
            </a:pPr>
            <a:r>
              <a:rPr lang="en-US" sz="1500" dirty="0">
                <a:solidFill>
                  <a:srgbClr val="1A2733"/>
                </a:solidFill>
                <a:latin typeface="Arial" pitchFamily="34" charset="0"/>
                <a:ea typeface="Arial" pitchFamily="34" charset="-122"/>
                <a:cs typeface="Arial" pitchFamily="34" charset="-120"/>
              </a:rPr>
              <a:t>dolgozó magyar az ügyfelünk</a:t>
            </a:r>
            <a:endParaRPr lang="en-US" sz="1500" dirty="0"/>
          </a:p>
        </p:txBody>
      </p:sp>
      <p:sp>
        <p:nvSpPr>
          <p:cNvPr id="31" name="st1_bg"/>
          <p:cNvSpPr/>
          <p:nvPr/>
        </p:nvSpPr>
        <p:spPr>
          <a:xfrm>
            <a:off x="2944368" y="3749040"/>
            <a:ext cx="2212848" cy="2514600"/>
          </a:xfrm>
          <a:prstGeom prst="roundRect">
            <a:avLst>
              <a:gd name="adj" fmla="val 4959"/>
            </a:avLst>
          </a:prstGeom>
          <a:solidFill>
            <a:srgbClr val="003366"/>
          </a:solidFill>
          <a:ln/>
        </p:spPr>
      </p:sp>
      <p:sp>
        <p:nvSpPr>
          <p:cNvPr id="32" name="st1_num"/>
          <p:cNvSpPr txBox="1"/>
          <p:nvPr/>
        </p:nvSpPr>
        <p:spPr>
          <a:xfrm>
            <a:off x="3145536" y="4160520"/>
            <a:ext cx="1920240" cy="7315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4,9 millió</a:t>
            </a:r>
            <a:endParaRPr lang="en-US" sz="2600" dirty="0"/>
          </a:p>
        </p:txBody>
      </p:sp>
      <p:sp>
        <p:nvSpPr>
          <p:cNvPr id="33" name="st1_lbl"/>
          <p:cNvSpPr txBox="1"/>
          <p:nvPr/>
        </p:nvSpPr>
        <p:spPr>
          <a:xfrm>
            <a:off x="3145536" y="4937760"/>
            <a:ext cx="1828800" cy="822960"/>
          </a:xfrm>
          <a:prstGeom prst="rect">
            <a:avLst/>
          </a:prstGeom>
          <a:noFill/>
          <a:ln/>
        </p:spPr>
        <p:txBody>
          <a:bodyPr wrap="square" lIns="0" tIns="0" rIns="0" bIns="0" rtlCol="0" anchor="t"/>
          <a:lstStyle/>
          <a:p>
            <a:pPr indent="0" marL="0">
              <a:buNone/>
            </a:pPr>
            <a:r>
              <a:rPr lang="en-US" sz="1500" dirty="0">
                <a:solidFill>
                  <a:srgbClr val="D6EEF8"/>
                </a:solidFill>
                <a:latin typeface="Arial" pitchFamily="34" charset="0"/>
                <a:ea typeface="Arial" pitchFamily="34" charset="-122"/>
                <a:cs typeface="Arial" pitchFamily="34" charset="-120"/>
              </a:rPr>
              <a:t>ügyfél Európában</a:t>
            </a:r>
            <a:endParaRPr lang="en-US" sz="1500" dirty="0"/>
          </a:p>
        </p:txBody>
      </p:sp>
      <p:sp>
        <p:nvSpPr>
          <p:cNvPr id="34" name="st2_bg"/>
          <p:cNvSpPr/>
          <p:nvPr/>
        </p:nvSpPr>
        <p:spPr>
          <a:xfrm>
            <a:off x="5340096" y="3749040"/>
            <a:ext cx="2212848" cy="2514600"/>
          </a:xfrm>
          <a:prstGeom prst="roundRect">
            <a:avLst>
              <a:gd name="adj" fmla="val 4959"/>
            </a:avLst>
          </a:prstGeom>
          <a:solidFill>
            <a:srgbClr val="EEF5FA"/>
          </a:solidFill>
          <a:ln/>
        </p:spPr>
      </p:sp>
      <p:sp>
        <p:nvSpPr>
          <p:cNvPr id="35" name="st2_num"/>
          <p:cNvSpPr txBox="1"/>
          <p:nvPr/>
        </p:nvSpPr>
        <p:spPr>
          <a:xfrm>
            <a:off x="5541264" y="4160520"/>
            <a:ext cx="1920240" cy="731520"/>
          </a:xfrm>
          <a:prstGeom prst="rect">
            <a:avLst/>
          </a:prstGeom>
          <a:noFill/>
          <a:ln/>
        </p:spPr>
        <p:txBody>
          <a:bodyPr wrap="square" lIns="0" tIns="0" rIns="0" bIns="0" rtlCol="0" anchor="ctr"/>
          <a:lstStyle/>
          <a:p>
            <a:pPr indent="0" marL="0">
              <a:buNone/>
            </a:pPr>
            <a:r>
              <a:rPr lang="en-US" sz="2600" b="1" dirty="0">
                <a:solidFill>
                  <a:srgbClr val="003366"/>
                </a:solidFill>
                <a:latin typeface="Arial" pitchFamily="34" charset="0"/>
                <a:ea typeface="Arial" pitchFamily="34" charset="-122"/>
                <a:cs typeface="Arial" pitchFamily="34" charset="-120"/>
              </a:rPr>
              <a:t>1,2 millió</a:t>
            </a:r>
            <a:endParaRPr lang="en-US" sz="2600" dirty="0"/>
          </a:p>
        </p:txBody>
      </p:sp>
      <p:sp>
        <p:nvSpPr>
          <p:cNvPr id="36" name="st2_lbl"/>
          <p:cNvSpPr txBox="1"/>
          <p:nvPr/>
        </p:nvSpPr>
        <p:spPr>
          <a:xfrm>
            <a:off x="5541264" y="4937760"/>
            <a:ext cx="1828800" cy="822960"/>
          </a:xfrm>
          <a:prstGeom prst="rect">
            <a:avLst/>
          </a:prstGeom>
          <a:noFill/>
          <a:ln/>
        </p:spPr>
        <p:txBody>
          <a:bodyPr wrap="square" lIns="0" tIns="0" rIns="0" bIns="0" rtlCol="0" anchor="t"/>
          <a:lstStyle/>
          <a:p>
            <a:pPr indent="0" marL="0">
              <a:buNone/>
            </a:pPr>
            <a:r>
              <a:rPr lang="en-US" sz="1500" dirty="0">
                <a:solidFill>
                  <a:srgbClr val="1A2733"/>
                </a:solidFill>
                <a:latin typeface="Arial" pitchFamily="34" charset="0"/>
                <a:ea typeface="Arial" pitchFamily="34" charset="-122"/>
                <a:cs typeface="Arial" pitchFamily="34" charset="-120"/>
              </a:rPr>
              <a:t>szerződés Magyarországon</a:t>
            </a:r>
            <a:endParaRPr lang="en-US" sz="1500" dirty="0"/>
          </a:p>
        </p:txBody>
      </p:sp>
      <p:sp>
        <p:nvSpPr>
          <p:cNvPr id="37" name="map_bg"/>
          <p:cNvSpPr/>
          <p:nvPr/>
        </p:nvSpPr>
        <p:spPr>
          <a:xfrm>
            <a:off x="7818120" y="3749040"/>
            <a:ext cx="3822192" cy="2514600"/>
          </a:xfrm>
          <a:prstGeom prst="roundRect">
            <a:avLst>
              <a:gd name="adj" fmla="val 4364"/>
            </a:avLst>
          </a:prstGeom>
          <a:solidFill>
            <a:srgbClr val="FFFFFF"/>
          </a:solidFill>
          <a:ln w="12700">
            <a:solidFill>
              <a:srgbClr val="D9E6F0"/>
            </a:solidFill>
            <a:prstDash val="solid"/>
          </a:ln>
          <a:effectLst>
            <a:outerShdw sx="100000" sy="100000" kx="0" ky="0" algn="bl" rotWithShape="0" blurRad="152400" dist="38100" dir="5400000">
              <a:srgbClr val="0B2A4A">
                <a:alpha val="14000"/>
              </a:srgbClr>
            </a:outerShdw>
          </a:effectLst>
        </p:spPr>
      </p:sp>
      <p:sp>
        <p:nvSpPr>
          <p:cNvPr id="38" name="map_lbl"/>
          <p:cNvSpPr txBox="1"/>
          <p:nvPr/>
        </p:nvSpPr>
        <p:spPr>
          <a:xfrm>
            <a:off x="8046720" y="3858768"/>
            <a:ext cx="3383280" cy="320040"/>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Az OVB Magyarországon</a:t>
            </a:r>
            <a:endParaRPr lang="en-US" sz="1300" dirty="0"/>
          </a:p>
        </p:txBody>
      </p:sp>
      <p:pic>
        <p:nvPicPr>
          <p:cNvPr id="39" name="map_img" descr="assets/map.png">    </p:cNvPr>
          <p:cNvPicPr>
            <a:picLocks noChangeAspect="1"/>
          </p:cNvPicPr>
          <p:nvPr/>
        </p:nvPicPr>
        <p:blipFill>
          <a:blip r:embed="rId1"/>
          <a:stretch>
            <a:fillRect/>
          </a:stretch>
        </p:blipFill>
        <p:spPr>
          <a:xfrm>
            <a:off x="8321040" y="4297680"/>
            <a:ext cx="2816352" cy="1828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50"/>
                                        <p:tgtEl>
                                          <p:spTgt spid="5"/>
                                        </p:tgtEl>
                                      </p:cBhvr>
                                    </p:animEffect>
                                    <p:anim calcmode="lin" valueType="num">
                                      <p:cBhvr>
                                        <p:cTn id="6" dur="550" decel="100000" fill="hold"/>
                                        <p:tgtEl>
                                          <p:spTgt spid="5"/>
                                        </p:tgtEl>
                                        <p:attrNameLst>
                                          <p:attrName>ppt_x</p:attrName>
                                        </p:attrNameLst>
                                      </p:cBhvr>
                                      <p:tavLst>
                                        <p:tav tm="0">
                                          <p:val>
                                            <p:strVal val="#ppt_x"/>
                                          </p:val>
                                        </p:tav>
                                        <p:tav tm="100000">
                                          <p:val>
                                            <p:strVal val="#ppt_x"/>
                                          </p:val>
                                        </p:tav>
                                      </p:tavLst>
                                    </p:anim>
                                    <p:anim calcmode="lin" valueType="num">
                                      <p:cBhvr>
                                        <p:cTn id="7" dur="550" decel="100000" fill="hold"/>
                                        <p:tgtEl>
                                          <p:spTgt spid="5"/>
                                        </p:tgtEl>
                                        <p:attrNameLst>
                                          <p:attrName>ppt_y</p:attrName>
                                        </p:attrNameLst>
                                      </p:cBhvr>
                                      <p:tavLst>
                                        <p:tav tm="0">
                                          <p:val>
                                            <p:strVal val="#ppt_y+.04"/>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50"/>
                                        <p:tgtEl>
                                          <p:spTgt spid="6"/>
                                        </p:tgtEl>
                                      </p:cBhvr>
                                    </p:animEffect>
                                    <p:anim calcmode="lin" valueType="num">
                                      <p:cBhvr>
                                        <p:cTn id="11" dur="550" decel="100000" fill="hold"/>
                                        <p:tgtEl>
                                          <p:spTgt spid="6"/>
                                        </p:tgtEl>
                                        <p:attrNameLst>
                                          <p:attrName>ppt_x</p:attrName>
                                        </p:attrNameLst>
                                      </p:cBhvr>
                                      <p:tavLst>
                                        <p:tav tm="0">
                                          <p:val>
                                            <p:strVal val="#ppt_x"/>
                                          </p:val>
                                        </p:tav>
                                        <p:tav tm="100000">
                                          <p:val>
                                            <p:strVal val="#ppt_x"/>
                                          </p:val>
                                        </p:tav>
                                      </p:tavLst>
                                    </p:anim>
                                    <p:anim calcmode="lin" valueType="num">
                                      <p:cBhvr>
                                        <p:cTn id="12" dur="550" decel="100000" fill="hold"/>
                                        <p:tgtEl>
                                          <p:spTgt spid="6"/>
                                        </p:tgtEl>
                                        <p:attrNameLst>
                                          <p:attrName>ppt_y</p:attrName>
                                        </p:attrNameLst>
                                      </p:cBhvr>
                                      <p:tavLst>
                                        <p:tav tm="0">
                                          <p:val>
                                            <p:strVal val="#ppt_y+.04"/>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50"/>
                                        <p:tgtEl>
                                          <p:spTgt spid="7"/>
                                        </p:tgtEl>
                                      </p:cBhvr>
                                    </p:animEffect>
                                    <p:anim calcmode="lin" valueType="num">
                                      <p:cBhvr>
                                        <p:cTn id="16" dur="550" decel="100000" fill="hold"/>
                                        <p:tgtEl>
                                          <p:spTgt spid="7"/>
                                        </p:tgtEl>
                                        <p:attrNameLst>
                                          <p:attrName>ppt_x</p:attrName>
                                        </p:attrNameLst>
                                      </p:cBhvr>
                                      <p:tavLst>
                                        <p:tav tm="0">
                                          <p:val>
                                            <p:strVal val="#ppt_x"/>
                                          </p:val>
                                        </p:tav>
                                        <p:tav tm="100000">
                                          <p:val>
                                            <p:strVal val="#ppt_x"/>
                                          </p:val>
                                        </p:tav>
                                      </p:tavLst>
                                    </p:anim>
                                    <p:anim calcmode="lin" valueType="num">
                                      <p:cBhvr>
                                        <p:cTn id="17" dur="550" decel="100000" fill="hold"/>
                                        <p:tgtEl>
                                          <p:spTgt spid="7"/>
                                        </p:tgtEl>
                                        <p:attrNameLst>
                                          <p:attrName>ppt_y</p:attrName>
                                        </p:attrNameLst>
                                      </p:cBhvr>
                                      <p:tavLst>
                                        <p:tav tm="0">
                                          <p:val>
                                            <p:strVal val="#ppt_y+.04"/>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anim calcmode="lin" valueType="num">
                                      <p:cBhvr>
                                        <p:cTn id="21" dur="550" decel="100000" fill="hold"/>
                                        <p:tgtEl>
                                          <p:spTgt spid="8"/>
                                        </p:tgtEl>
                                        <p:attrNameLst>
                                          <p:attrName>ppt_x</p:attrName>
                                        </p:attrNameLst>
                                      </p:cBhvr>
                                      <p:tavLst>
                                        <p:tav tm="0">
                                          <p:val>
                                            <p:strVal val="#ppt_x"/>
                                          </p:val>
                                        </p:tav>
                                        <p:tav tm="100000">
                                          <p:val>
                                            <p:strVal val="#ppt_x"/>
                                          </p:val>
                                        </p:tav>
                                      </p:tavLst>
                                    </p:anim>
                                    <p:anim calcmode="lin" valueType="num">
                                      <p:cBhvr>
                                        <p:cTn id="22" dur="550" decel="100000" fill="hold"/>
                                        <p:tgtEl>
                                          <p:spTgt spid="8"/>
                                        </p:tgtEl>
                                        <p:attrNameLst>
                                          <p:attrName>ppt_y</p:attrName>
                                        </p:attrNameLst>
                                      </p:cBhvr>
                                      <p:tavLst>
                                        <p:tav tm="0">
                                          <p:val>
                                            <p:strVal val="#ppt_y+.04"/>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50"/>
                                        <p:tgtEl>
                                          <p:spTgt spid="9"/>
                                        </p:tgtEl>
                                      </p:cBhvr>
                                    </p:animEffect>
                                    <p:anim calcmode="lin" valueType="num">
                                      <p:cBhvr>
                                        <p:cTn id="28" dur="550" decel="100000" fill="hold"/>
                                        <p:tgtEl>
                                          <p:spTgt spid="9"/>
                                        </p:tgtEl>
                                        <p:attrNameLst>
                                          <p:attrName>ppt_x</p:attrName>
                                        </p:attrNameLst>
                                      </p:cBhvr>
                                      <p:tavLst>
                                        <p:tav tm="0">
                                          <p:val>
                                            <p:strVal val="#ppt_x"/>
                                          </p:val>
                                        </p:tav>
                                        <p:tav tm="100000">
                                          <p:val>
                                            <p:strVal val="#ppt_x"/>
                                          </p:val>
                                        </p:tav>
                                      </p:tavLst>
                                    </p:anim>
                                    <p:anim calcmode="lin" valueType="num">
                                      <p:cBhvr>
                                        <p:cTn id="29" dur="550" decel="100000" fill="hold"/>
                                        <p:tgtEl>
                                          <p:spTgt spid="9"/>
                                        </p:tgtEl>
                                        <p:attrNameLst>
                                          <p:attrName>ppt_y</p:attrName>
                                        </p:attrNameLst>
                                      </p:cBhvr>
                                      <p:tavLst>
                                        <p:tav tm="0">
                                          <p:val>
                                            <p:strVal val="#ppt_y+.04"/>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50"/>
                                        <p:tgtEl>
                                          <p:spTgt spid="10"/>
                                        </p:tgtEl>
                                      </p:cBhvr>
                                    </p:animEffect>
                                    <p:anim calcmode="lin" valueType="num">
                                      <p:cBhvr>
                                        <p:cTn id="33" dur="550" decel="100000" fill="hold"/>
                                        <p:tgtEl>
                                          <p:spTgt spid="10"/>
                                        </p:tgtEl>
                                        <p:attrNameLst>
                                          <p:attrName>ppt_x</p:attrName>
                                        </p:attrNameLst>
                                      </p:cBhvr>
                                      <p:tavLst>
                                        <p:tav tm="0">
                                          <p:val>
                                            <p:strVal val="#ppt_x"/>
                                          </p:val>
                                        </p:tav>
                                        <p:tav tm="100000">
                                          <p:val>
                                            <p:strVal val="#ppt_x"/>
                                          </p:val>
                                        </p:tav>
                                      </p:tavLst>
                                    </p:anim>
                                    <p:anim calcmode="lin" valueType="num">
                                      <p:cBhvr>
                                        <p:cTn id="34" dur="550" decel="100000" fill="hold"/>
                                        <p:tgtEl>
                                          <p:spTgt spid="10"/>
                                        </p:tgtEl>
                                        <p:attrNameLst>
                                          <p:attrName>ppt_y</p:attrName>
                                        </p:attrNameLst>
                                      </p:cBhvr>
                                      <p:tavLst>
                                        <p:tav tm="0">
                                          <p:val>
                                            <p:strVal val="#ppt_y+.04"/>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50"/>
                                        <p:tgtEl>
                                          <p:spTgt spid="11"/>
                                        </p:tgtEl>
                                      </p:cBhvr>
                                    </p:animEffect>
                                    <p:anim calcmode="lin" valueType="num">
                                      <p:cBhvr>
                                        <p:cTn id="38" dur="550" decel="100000" fill="hold"/>
                                        <p:tgtEl>
                                          <p:spTgt spid="11"/>
                                        </p:tgtEl>
                                        <p:attrNameLst>
                                          <p:attrName>ppt_x</p:attrName>
                                        </p:attrNameLst>
                                      </p:cBhvr>
                                      <p:tavLst>
                                        <p:tav tm="0">
                                          <p:val>
                                            <p:strVal val="#ppt_x"/>
                                          </p:val>
                                        </p:tav>
                                        <p:tav tm="100000">
                                          <p:val>
                                            <p:strVal val="#ppt_x"/>
                                          </p:val>
                                        </p:tav>
                                      </p:tavLst>
                                    </p:anim>
                                    <p:anim calcmode="lin" valueType="num">
                                      <p:cBhvr>
                                        <p:cTn id="39" dur="550" decel="100000" fill="hold"/>
                                        <p:tgtEl>
                                          <p:spTgt spid="11"/>
                                        </p:tgtEl>
                                        <p:attrNameLst>
                                          <p:attrName>ppt_y</p:attrName>
                                        </p:attrNameLst>
                                      </p:cBhvr>
                                      <p:tavLst>
                                        <p:tav tm="0">
                                          <p:val>
                                            <p:strVal val="#ppt_y+.04"/>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anim calcmode="lin" valueType="num">
                                      <p:cBhvr>
                                        <p:cTn id="43" dur="550" decel="100000" fill="hold"/>
                                        <p:tgtEl>
                                          <p:spTgt spid="12"/>
                                        </p:tgtEl>
                                        <p:attrNameLst>
                                          <p:attrName>ppt_x</p:attrName>
                                        </p:attrNameLst>
                                      </p:cBhvr>
                                      <p:tavLst>
                                        <p:tav tm="0">
                                          <p:val>
                                            <p:strVal val="#ppt_x"/>
                                          </p:val>
                                        </p:tav>
                                        <p:tav tm="100000">
                                          <p:val>
                                            <p:strVal val="#ppt_x"/>
                                          </p:val>
                                        </p:tav>
                                      </p:tavLst>
                                    </p:anim>
                                    <p:anim calcmode="lin" valueType="num">
                                      <p:cBhvr>
                                        <p:cTn id="44" dur="550" decel="100000" fill="hold"/>
                                        <p:tgtEl>
                                          <p:spTgt spid="12"/>
                                        </p:tgtEl>
                                        <p:attrNameLst>
                                          <p:attrName>ppt_y</p:attrName>
                                        </p:attrNameLst>
                                      </p:cBhvr>
                                      <p:tavLst>
                                        <p:tav tm="0">
                                          <p:val>
                                            <p:strVal val="#ppt_y+.04"/>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50"/>
                                        <p:tgtEl>
                                          <p:spTgt spid="13"/>
                                        </p:tgtEl>
                                      </p:cBhvr>
                                    </p:animEffect>
                                    <p:anim calcmode="lin" valueType="num">
                                      <p:cBhvr>
                                        <p:cTn id="50" dur="550" decel="100000" fill="hold"/>
                                        <p:tgtEl>
                                          <p:spTgt spid="13"/>
                                        </p:tgtEl>
                                        <p:attrNameLst>
                                          <p:attrName>ppt_x</p:attrName>
                                        </p:attrNameLst>
                                      </p:cBhvr>
                                      <p:tavLst>
                                        <p:tav tm="0">
                                          <p:val>
                                            <p:strVal val="#ppt_x"/>
                                          </p:val>
                                        </p:tav>
                                        <p:tav tm="100000">
                                          <p:val>
                                            <p:strVal val="#ppt_x"/>
                                          </p:val>
                                        </p:tav>
                                      </p:tavLst>
                                    </p:anim>
                                    <p:anim calcmode="lin" valueType="num">
                                      <p:cBhvr>
                                        <p:cTn id="51" dur="550" decel="100000" fill="hold"/>
                                        <p:tgtEl>
                                          <p:spTgt spid="13"/>
                                        </p:tgtEl>
                                        <p:attrNameLst>
                                          <p:attrName>ppt_y</p:attrName>
                                        </p:attrNameLst>
                                      </p:cBhvr>
                                      <p:tavLst>
                                        <p:tav tm="0">
                                          <p:val>
                                            <p:strVal val="#ppt_y+.04"/>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50"/>
                                        <p:tgtEl>
                                          <p:spTgt spid="14"/>
                                        </p:tgtEl>
                                      </p:cBhvr>
                                    </p:animEffect>
                                    <p:anim calcmode="lin" valueType="num">
                                      <p:cBhvr>
                                        <p:cTn id="55" dur="550" decel="100000" fill="hold"/>
                                        <p:tgtEl>
                                          <p:spTgt spid="14"/>
                                        </p:tgtEl>
                                        <p:attrNameLst>
                                          <p:attrName>ppt_x</p:attrName>
                                        </p:attrNameLst>
                                      </p:cBhvr>
                                      <p:tavLst>
                                        <p:tav tm="0">
                                          <p:val>
                                            <p:strVal val="#ppt_x"/>
                                          </p:val>
                                        </p:tav>
                                        <p:tav tm="100000">
                                          <p:val>
                                            <p:strVal val="#ppt_x"/>
                                          </p:val>
                                        </p:tav>
                                      </p:tavLst>
                                    </p:anim>
                                    <p:anim calcmode="lin" valueType="num">
                                      <p:cBhvr>
                                        <p:cTn id="56" dur="550" decel="100000" fill="hold"/>
                                        <p:tgtEl>
                                          <p:spTgt spid="14"/>
                                        </p:tgtEl>
                                        <p:attrNameLst>
                                          <p:attrName>ppt_y</p:attrName>
                                        </p:attrNameLst>
                                      </p:cBhvr>
                                      <p:tavLst>
                                        <p:tav tm="0">
                                          <p:val>
                                            <p:strVal val="#ppt_y+.04"/>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50"/>
                                        <p:tgtEl>
                                          <p:spTgt spid="15"/>
                                        </p:tgtEl>
                                      </p:cBhvr>
                                    </p:animEffect>
                                    <p:anim calcmode="lin" valueType="num">
                                      <p:cBhvr>
                                        <p:cTn id="60" dur="550" decel="100000" fill="hold"/>
                                        <p:tgtEl>
                                          <p:spTgt spid="15"/>
                                        </p:tgtEl>
                                        <p:attrNameLst>
                                          <p:attrName>ppt_x</p:attrName>
                                        </p:attrNameLst>
                                      </p:cBhvr>
                                      <p:tavLst>
                                        <p:tav tm="0">
                                          <p:val>
                                            <p:strVal val="#ppt_x"/>
                                          </p:val>
                                        </p:tav>
                                        <p:tav tm="100000">
                                          <p:val>
                                            <p:strVal val="#ppt_x"/>
                                          </p:val>
                                        </p:tav>
                                      </p:tavLst>
                                    </p:anim>
                                    <p:anim calcmode="lin" valueType="num">
                                      <p:cBhvr>
                                        <p:cTn id="61" dur="550" decel="100000" fill="hold"/>
                                        <p:tgtEl>
                                          <p:spTgt spid="15"/>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50"/>
                                        <p:tgtEl>
                                          <p:spTgt spid="16"/>
                                        </p:tgtEl>
                                      </p:cBhvr>
                                    </p:animEffect>
                                    <p:anim calcmode="lin" valueType="num">
                                      <p:cBhvr>
                                        <p:cTn id="65" dur="550" decel="100000" fill="hold"/>
                                        <p:tgtEl>
                                          <p:spTgt spid="16"/>
                                        </p:tgtEl>
                                        <p:attrNameLst>
                                          <p:attrName>ppt_x</p:attrName>
                                        </p:attrNameLst>
                                      </p:cBhvr>
                                      <p:tavLst>
                                        <p:tav tm="0">
                                          <p:val>
                                            <p:strVal val="#ppt_x"/>
                                          </p:val>
                                        </p:tav>
                                        <p:tav tm="100000">
                                          <p:val>
                                            <p:strVal val="#ppt_x"/>
                                          </p:val>
                                        </p:tav>
                                      </p:tavLst>
                                    </p:anim>
                                    <p:anim calcmode="lin" valueType="num">
                                      <p:cBhvr>
                                        <p:cTn id="66" dur="550" decel="100000" fill="hold"/>
                                        <p:tgtEl>
                                          <p:spTgt spid="16"/>
                                        </p:tgtEl>
                                        <p:attrNameLst>
                                          <p:attrName>ppt_y</p:attrName>
                                        </p:attrNameLst>
                                      </p:cBhvr>
                                      <p:tavLst>
                                        <p:tav tm="0">
                                          <p:val>
                                            <p:strVal val="#ppt_y+.04"/>
                                          </p:val>
                                        </p:tav>
                                        <p:tav tm="100000">
                                          <p:val>
                                            <p:strVal val="#ppt_y"/>
                                          </p:val>
                                        </p:tav>
                                      </p:tavLst>
                                    </p:anim>
                                  </p:childTnLst>
                                </p:cTn>
                              </p:par>
                              <p:par>
                                <p:cTn id="67" presetID="42" presetClass="entr" presetSubtype="0" fill="hold" grpId="0" nodeType="withEffect">
                                  <p:stCondLst>
                                    <p:cond delay="18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50"/>
                                        <p:tgtEl>
                                          <p:spTgt spid="28"/>
                                        </p:tgtEl>
                                      </p:cBhvr>
                                    </p:animEffect>
                                    <p:anim calcmode="lin" valueType="num">
                                      <p:cBhvr>
                                        <p:cTn id="70" dur="550" decel="100000" fill="hold"/>
                                        <p:tgtEl>
                                          <p:spTgt spid="28"/>
                                        </p:tgtEl>
                                        <p:attrNameLst>
                                          <p:attrName>ppt_x</p:attrName>
                                        </p:attrNameLst>
                                      </p:cBhvr>
                                      <p:tavLst>
                                        <p:tav tm="0">
                                          <p:val>
                                            <p:strVal val="#ppt_x"/>
                                          </p:val>
                                        </p:tav>
                                        <p:tav tm="100000">
                                          <p:val>
                                            <p:strVal val="#ppt_x"/>
                                          </p:val>
                                        </p:tav>
                                      </p:tavLst>
                                    </p:anim>
                                    <p:anim calcmode="lin" valueType="num">
                                      <p:cBhvr>
                                        <p:cTn id="71" dur="550" decel="100000" fill="hold"/>
                                        <p:tgtEl>
                                          <p:spTgt spid="28"/>
                                        </p:tgtEl>
                                        <p:attrNameLst>
                                          <p:attrName>ppt_y</p:attrName>
                                        </p:attrNameLst>
                                      </p:cBhvr>
                                      <p:tavLst>
                                        <p:tav tm="0">
                                          <p:val>
                                            <p:strVal val="#ppt_y+.04"/>
                                          </p:val>
                                        </p:tav>
                                        <p:tav tm="100000">
                                          <p:val>
                                            <p:strVal val="#ppt_y"/>
                                          </p:val>
                                        </p:tav>
                                      </p:tavLst>
                                    </p:anim>
                                  </p:childTnLst>
                                </p:cTn>
                              </p:par>
                              <p:par>
                                <p:cTn id="72" presetID="42" presetClass="entr" presetSubtype="0" fill="hold" grpId="0" nodeType="withEffect">
                                  <p:stCondLst>
                                    <p:cond delay="18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50"/>
                                        <p:tgtEl>
                                          <p:spTgt spid="29"/>
                                        </p:tgtEl>
                                      </p:cBhvr>
                                    </p:animEffect>
                                    <p:anim calcmode="lin" valueType="num">
                                      <p:cBhvr>
                                        <p:cTn id="75" dur="550" decel="100000" fill="hold"/>
                                        <p:tgtEl>
                                          <p:spTgt spid="29"/>
                                        </p:tgtEl>
                                        <p:attrNameLst>
                                          <p:attrName>ppt_x</p:attrName>
                                        </p:attrNameLst>
                                      </p:cBhvr>
                                      <p:tavLst>
                                        <p:tav tm="0">
                                          <p:val>
                                            <p:strVal val="#ppt_x"/>
                                          </p:val>
                                        </p:tav>
                                        <p:tav tm="100000">
                                          <p:val>
                                            <p:strVal val="#ppt_x"/>
                                          </p:val>
                                        </p:tav>
                                      </p:tavLst>
                                    </p:anim>
                                    <p:anim calcmode="lin" valueType="num">
                                      <p:cBhvr>
                                        <p:cTn id="76" dur="550" decel="100000" fill="hold"/>
                                        <p:tgtEl>
                                          <p:spTgt spid="29"/>
                                        </p:tgtEl>
                                        <p:attrNameLst>
                                          <p:attrName>ppt_y</p:attrName>
                                        </p:attrNameLst>
                                      </p:cBhvr>
                                      <p:tavLst>
                                        <p:tav tm="0">
                                          <p:val>
                                            <p:strVal val="#ppt_y+.04"/>
                                          </p:val>
                                        </p:tav>
                                        <p:tav tm="100000">
                                          <p:val>
                                            <p:strVal val="#ppt_y"/>
                                          </p:val>
                                        </p:tav>
                                      </p:tavLst>
                                    </p:anim>
                                  </p:childTnLst>
                                </p:cTn>
                              </p:par>
                              <p:par>
                                <p:cTn id="77" presetID="42" presetClass="entr" presetSubtype="0" fill="hold" grpId="0" nodeType="withEffect">
                                  <p:stCondLst>
                                    <p:cond delay="18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50"/>
                                        <p:tgtEl>
                                          <p:spTgt spid="30"/>
                                        </p:tgtEl>
                                      </p:cBhvr>
                                    </p:animEffect>
                                    <p:anim calcmode="lin" valueType="num">
                                      <p:cBhvr>
                                        <p:cTn id="80" dur="550" decel="100000" fill="hold"/>
                                        <p:tgtEl>
                                          <p:spTgt spid="30"/>
                                        </p:tgtEl>
                                        <p:attrNameLst>
                                          <p:attrName>ppt_x</p:attrName>
                                        </p:attrNameLst>
                                      </p:cBhvr>
                                      <p:tavLst>
                                        <p:tav tm="0">
                                          <p:val>
                                            <p:strVal val="#ppt_x"/>
                                          </p:val>
                                        </p:tav>
                                        <p:tav tm="100000">
                                          <p:val>
                                            <p:strVal val="#ppt_x"/>
                                          </p:val>
                                        </p:tav>
                                      </p:tavLst>
                                    </p:anim>
                                    <p:anim calcmode="lin" valueType="num">
                                      <p:cBhvr>
                                        <p:cTn id="81" dur="550" decel="100000" fill="hold"/>
                                        <p:tgtEl>
                                          <p:spTgt spid="30"/>
                                        </p:tgtEl>
                                        <p:attrNameLst>
                                          <p:attrName>ppt_y</p:attrName>
                                        </p:attrNameLst>
                                      </p:cBhvr>
                                      <p:tavLst>
                                        <p:tav tm="0">
                                          <p:val>
                                            <p:strVal val="#ppt_y+.04"/>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550"/>
                                        <p:tgtEl>
                                          <p:spTgt spid="17"/>
                                        </p:tgtEl>
                                      </p:cBhvr>
                                    </p:animEffect>
                                    <p:anim calcmode="lin" valueType="num">
                                      <p:cBhvr>
                                        <p:cTn id="87" dur="550" decel="100000" fill="hold"/>
                                        <p:tgtEl>
                                          <p:spTgt spid="17"/>
                                        </p:tgtEl>
                                        <p:attrNameLst>
                                          <p:attrName>ppt_x</p:attrName>
                                        </p:attrNameLst>
                                      </p:cBhvr>
                                      <p:tavLst>
                                        <p:tav tm="0">
                                          <p:val>
                                            <p:strVal val="#ppt_x"/>
                                          </p:val>
                                        </p:tav>
                                        <p:tav tm="100000">
                                          <p:val>
                                            <p:strVal val="#ppt_x"/>
                                          </p:val>
                                        </p:tav>
                                      </p:tavLst>
                                    </p:anim>
                                    <p:anim calcmode="lin" valueType="num">
                                      <p:cBhvr>
                                        <p:cTn id="88" dur="550" decel="100000" fill="hold"/>
                                        <p:tgtEl>
                                          <p:spTgt spid="17"/>
                                        </p:tgtEl>
                                        <p:attrNameLst>
                                          <p:attrName>ppt_y</p:attrName>
                                        </p:attrNameLst>
                                      </p:cBhvr>
                                      <p:tavLst>
                                        <p:tav tm="0">
                                          <p:val>
                                            <p:strVal val="#ppt_y+.04"/>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550"/>
                                        <p:tgtEl>
                                          <p:spTgt spid="18"/>
                                        </p:tgtEl>
                                      </p:cBhvr>
                                    </p:animEffect>
                                    <p:anim calcmode="lin" valueType="num">
                                      <p:cBhvr>
                                        <p:cTn id="92" dur="550" decel="100000" fill="hold"/>
                                        <p:tgtEl>
                                          <p:spTgt spid="18"/>
                                        </p:tgtEl>
                                        <p:attrNameLst>
                                          <p:attrName>ppt_x</p:attrName>
                                        </p:attrNameLst>
                                      </p:cBhvr>
                                      <p:tavLst>
                                        <p:tav tm="0">
                                          <p:val>
                                            <p:strVal val="#ppt_x"/>
                                          </p:val>
                                        </p:tav>
                                        <p:tav tm="100000">
                                          <p:val>
                                            <p:strVal val="#ppt_x"/>
                                          </p:val>
                                        </p:tav>
                                      </p:tavLst>
                                    </p:anim>
                                    <p:anim calcmode="lin" valueType="num">
                                      <p:cBhvr>
                                        <p:cTn id="93" dur="550" decel="100000" fill="hold"/>
                                        <p:tgtEl>
                                          <p:spTgt spid="18"/>
                                        </p:tgtEl>
                                        <p:attrNameLst>
                                          <p:attrName>ppt_y</p:attrName>
                                        </p:attrNameLst>
                                      </p:cBhvr>
                                      <p:tavLst>
                                        <p:tav tm="0">
                                          <p:val>
                                            <p:strVal val="#ppt_y+.04"/>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550"/>
                                        <p:tgtEl>
                                          <p:spTgt spid="19"/>
                                        </p:tgtEl>
                                      </p:cBhvr>
                                    </p:animEffect>
                                    <p:anim calcmode="lin" valueType="num">
                                      <p:cBhvr>
                                        <p:cTn id="97" dur="550" decel="100000" fill="hold"/>
                                        <p:tgtEl>
                                          <p:spTgt spid="19"/>
                                        </p:tgtEl>
                                        <p:attrNameLst>
                                          <p:attrName>ppt_x</p:attrName>
                                        </p:attrNameLst>
                                      </p:cBhvr>
                                      <p:tavLst>
                                        <p:tav tm="0">
                                          <p:val>
                                            <p:strVal val="#ppt_x"/>
                                          </p:val>
                                        </p:tav>
                                        <p:tav tm="100000">
                                          <p:val>
                                            <p:strVal val="#ppt_x"/>
                                          </p:val>
                                        </p:tav>
                                      </p:tavLst>
                                    </p:anim>
                                    <p:anim calcmode="lin" valueType="num">
                                      <p:cBhvr>
                                        <p:cTn id="98" dur="550" decel="100000" fill="hold"/>
                                        <p:tgtEl>
                                          <p:spTgt spid="19"/>
                                        </p:tgtEl>
                                        <p:attrNameLst>
                                          <p:attrName>ppt_y</p:attrName>
                                        </p:attrNameLst>
                                      </p:cBhvr>
                                      <p:tavLst>
                                        <p:tav tm="0">
                                          <p:val>
                                            <p:strVal val="#ppt_y+.04"/>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550"/>
                                        <p:tgtEl>
                                          <p:spTgt spid="20"/>
                                        </p:tgtEl>
                                      </p:cBhvr>
                                    </p:animEffect>
                                    <p:anim calcmode="lin" valueType="num">
                                      <p:cBhvr>
                                        <p:cTn id="102" dur="550" decel="100000" fill="hold"/>
                                        <p:tgtEl>
                                          <p:spTgt spid="20"/>
                                        </p:tgtEl>
                                        <p:attrNameLst>
                                          <p:attrName>ppt_x</p:attrName>
                                        </p:attrNameLst>
                                      </p:cBhvr>
                                      <p:tavLst>
                                        <p:tav tm="0">
                                          <p:val>
                                            <p:strVal val="#ppt_x"/>
                                          </p:val>
                                        </p:tav>
                                        <p:tav tm="100000">
                                          <p:val>
                                            <p:strVal val="#ppt_x"/>
                                          </p:val>
                                        </p:tav>
                                      </p:tavLst>
                                    </p:anim>
                                    <p:anim calcmode="lin" valueType="num">
                                      <p:cBhvr>
                                        <p:cTn id="103" dur="550" decel="100000" fill="hold"/>
                                        <p:tgtEl>
                                          <p:spTgt spid="20"/>
                                        </p:tgtEl>
                                        <p:attrNameLst>
                                          <p:attrName>ppt_y</p:attrName>
                                        </p:attrNameLst>
                                      </p:cBhvr>
                                      <p:tavLst>
                                        <p:tav tm="0">
                                          <p:val>
                                            <p:strVal val="#ppt_y+.04"/>
                                          </p:val>
                                        </p:tav>
                                        <p:tav tm="100000">
                                          <p:val>
                                            <p:strVal val="#ppt_y"/>
                                          </p:val>
                                        </p:tav>
                                      </p:tavLst>
                                    </p:anim>
                                  </p:childTnLst>
                                </p:cTn>
                              </p:par>
                              <p:par>
                                <p:cTn id="104" presetID="42" presetClass="entr" presetSubtype="0" fill="hold" grpId="0" nodeType="withEffect">
                                  <p:stCondLst>
                                    <p:cond delay="180"/>
                                  </p:stCondLst>
                                  <p:childTnLst>
                                    <p:set>
                                      <p:cBhvr>
                                        <p:cTn id="105" dur="1" fill="hold">
                                          <p:stCondLst>
                                            <p:cond delay="0"/>
                                          </p:stCondLst>
                                        </p:cTn>
                                        <p:tgtEl>
                                          <p:spTgt spid="31"/>
                                        </p:tgtEl>
                                        <p:attrNameLst>
                                          <p:attrName>style.visibility</p:attrName>
                                        </p:attrNameLst>
                                      </p:cBhvr>
                                      <p:to>
                                        <p:strVal val="visible"/>
                                      </p:to>
                                    </p:set>
                                    <p:animEffect transition="in" filter="fade">
                                      <p:cBhvr>
                                        <p:cTn id="106" dur="550"/>
                                        <p:tgtEl>
                                          <p:spTgt spid="31"/>
                                        </p:tgtEl>
                                      </p:cBhvr>
                                    </p:animEffect>
                                    <p:anim calcmode="lin" valueType="num">
                                      <p:cBhvr>
                                        <p:cTn id="107" dur="550" decel="100000" fill="hold"/>
                                        <p:tgtEl>
                                          <p:spTgt spid="31"/>
                                        </p:tgtEl>
                                        <p:attrNameLst>
                                          <p:attrName>ppt_x</p:attrName>
                                        </p:attrNameLst>
                                      </p:cBhvr>
                                      <p:tavLst>
                                        <p:tav tm="0">
                                          <p:val>
                                            <p:strVal val="#ppt_x"/>
                                          </p:val>
                                        </p:tav>
                                        <p:tav tm="100000">
                                          <p:val>
                                            <p:strVal val="#ppt_x"/>
                                          </p:val>
                                        </p:tav>
                                      </p:tavLst>
                                    </p:anim>
                                    <p:anim calcmode="lin" valueType="num">
                                      <p:cBhvr>
                                        <p:cTn id="108" dur="550" decel="100000" fill="hold"/>
                                        <p:tgtEl>
                                          <p:spTgt spid="31"/>
                                        </p:tgtEl>
                                        <p:attrNameLst>
                                          <p:attrName>ppt_y</p:attrName>
                                        </p:attrNameLst>
                                      </p:cBhvr>
                                      <p:tavLst>
                                        <p:tav tm="0">
                                          <p:val>
                                            <p:strVal val="#ppt_y+.04"/>
                                          </p:val>
                                        </p:tav>
                                        <p:tav tm="100000">
                                          <p:val>
                                            <p:strVal val="#ppt_y"/>
                                          </p:val>
                                        </p:tav>
                                      </p:tavLst>
                                    </p:anim>
                                  </p:childTnLst>
                                </p:cTn>
                              </p:par>
                              <p:par>
                                <p:cTn id="109" presetID="42" presetClass="entr" presetSubtype="0" fill="hold" grpId="0" nodeType="withEffect">
                                  <p:stCondLst>
                                    <p:cond delay="180"/>
                                  </p:stCondLst>
                                  <p:childTnLst>
                                    <p:set>
                                      <p:cBhvr>
                                        <p:cTn id="110" dur="1" fill="hold">
                                          <p:stCondLst>
                                            <p:cond delay="0"/>
                                          </p:stCondLst>
                                        </p:cTn>
                                        <p:tgtEl>
                                          <p:spTgt spid="32"/>
                                        </p:tgtEl>
                                        <p:attrNameLst>
                                          <p:attrName>style.visibility</p:attrName>
                                        </p:attrNameLst>
                                      </p:cBhvr>
                                      <p:to>
                                        <p:strVal val="visible"/>
                                      </p:to>
                                    </p:set>
                                    <p:animEffect transition="in" filter="fade">
                                      <p:cBhvr>
                                        <p:cTn id="111" dur="550"/>
                                        <p:tgtEl>
                                          <p:spTgt spid="32"/>
                                        </p:tgtEl>
                                      </p:cBhvr>
                                    </p:animEffect>
                                    <p:anim calcmode="lin" valueType="num">
                                      <p:cBhvr>
                                        <p:cTn id="112" dur="550" decel="100000" fill="hold"/>
                                        <p:tgtEl>
                                          <p:spTgt spid="32"/>
                                        </p:tgtEl>
                                        <p:attrNameLst>
                                          <p:attrName>ppt_x</p:attrName>
                                        </p:attrNameLst>
                                      </p:cBhvr>
                                      <p:tavLst>
                                        <p:tav tm="0">
                                          <p:val>
                                            <p:strVal val="#ppt_x"/>
                                          </p:val>
                                        </p:tav>
                                        <p:tav tm="100000">
                                          <p:val>
                                            <p:strVal val="#ppt_x"/>
                                          </p:val>
                                        </p:tav>
                                      </p:tavLst>
                                    </p:anim>
                                    <p:anim calcmode="lin" valueType="num">
                                      <p:cBhvr>
                                        <p:cTn id="113" dur="550" decel="100000" fill="hold"/>
                                        <p:tgtEl>
                                          <p:spTgt spid="32"/>
                                        </p:tgtEl>
                                        <p:attrNameLst>
                                          <p:attrName>ppt_y</p:attrName>
                                        </p:attrNameLst>
                                      </p:cBhvr>
                                      <p:tavLst>
                                        <p:tav tm="0">
                                          <p:val>
                                            <p:strVal val="#ppt_y+.04"/>
                                          </p:val>
                                        </p:tav>
                                        <p:tav tm="100000">
                                          <p:val>
                                            <p:strVal val="#ppt_y"/>
                                          </p:val>
                                        </p:tav>
                                      </p:tavLst>
                                    </p:anim>
                                  </p:childTnLst>
                                </p:cTn>
                              </p:par>
                              <p:par>
                                <p:cTn id="114" presetID="42" presetClass="entr" presetSubtype="0" fill="hold" grpId="0" nodeType="withEffect">
                                  <p:stCondLst>
                                    <p:cond delay="180"/>
                                  </p:stCondLst>
                                  <p:childTnLst>
                                    <p:set>
                                      <p:cBhvr>
                                        <p:cTn id="115" dur="1" fill="hold">
                                          <p:stCondLst>
                                            <p:cond delay="0"/>
                                          </p:stCondLst>
                                        </p:cTn>
                                        <p:tgtEl>
                                          <p:spTgt spid="33"/>
                                        </p:tgtEl>
                                        <p:attrNameLst>
                                          <p:attrName>style.visibility</p:attrName>
                                        </p:attrNameLst>
                                      </p:cBhvr>
                                      <p:to>
                                        <p:strVal val="visible"/>
                                      </p:to>
                                    </p:set>
                                    <p:animEffect transition="in" filter="fade">
                                      <p:cBhvr>
                                        <p:cTn id="116" dur="550"/>
                                        <p:tgtEl>
                                          <p:spTgt spid="33"/>
                                        </p:tgtEl>
                                      </p:cBhvr>
                                    </p:animEffect>
                                    <p:anim calcmode="lin" valueType="num">
                                      <p:cBhvr>
                                        <p:cTn id="117" dur="550" decel="100000" fill="hold"/>
                                        <p:tgtEl>
                                          <p:spTgt spid="33"/>
                                        </p:tgtEl>
                                        <p:attrNameLst>
                                          <p:attrName>ppt_x</p:attrName>
                                        </p:attrNameLst>
                                      </p:cBhvr>
                                      <p:tavLst>
                                        <p:tav tm="0">
                                          <p:val>
                                            <p:strVal val="#ppt_x"/>
                                          </p:val>
                                        </p:tav>
                                        <p:tav tm="100000">
                                          <p:val>
                                            <p:strVal val="#ppt_x"/>
                                          </p:val>
                                        </p:tav>
                                      </p:tavLst>
                                    </p:anim>
                                    <p:anim calcmode="lin" valueType="num">
                                      <p:cBhvr>
                                        <p:cTn id="118" dur="550" decel="100000" fill="hold"/>
                                        <p:tgtEl>
                                          <p:spTgt spid="33"/>
                                        </p:tgtEl>
                                        <p:attrNameLst>
                                          <p:attrName>ppt_y</p:attrName>
                                        </p:attrNameLst>
                                      </p:cBhvr>
                                      <p:tavLst>
                                        <p:tav tm="0">
                                          <p:val>
                                            <p:strVal val="#ppt_y+.04"/>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21"/>
                                        </p:tgtEl>
                                        <p:attrNameLst>
                                          <p:attrName>style.visibility</p:attrName>
                                        </p:attrNameLst>
                                      </p:cBhvr>
                                      <p:to>
                                        <p:strVal val="visible"/>
                                      </p:to>
                                    </p:set>
                                    <p:animEffect transition="in" filter="fade">
                                      <p:cBhvr>
                                        <p:cTn id="123" dur="550"/>
                                        <p:tgtEl>
                                          <p:spTgt spid="21"/>
                                        </p:tgtEl>
                                      </p:cBhvr>
                                    </p:animEffect>
                                    <p:anim calcmode="lin" valueType="num">
                                      <p:cBhvr>
                                        <p:cTn id="124" dur="550" decel="100000" fill="hold"/>
                                        <p:tgtEl>
                                          <p:spTgt spid="21"/>
                                        </p:tgtEl>
                                        <p:attrNameLst>
                                          <p:attrName>ppt_x</p:attrName>
                                        </p:attrNameLst>
                                      </p:cBhvr>
                                      <p:tavLst>
                                        <p:tav tm="0">
                                          <p:val>
                                            <p:strVal val="#ppt_x"/>
                                          </p:val>
                                        </p:tav>
                                        <p:tav tm="100000">
                                          <p:val>
                                            <p:strVal val="#ppt_x"/>
                                          </p:val>
                                        </p:tav>
                                      </p:tavLst>
                                    </p:anim>
                                    <p:anim calcmode="lin" valueType="num">
                                      <p:cBhvr>
                                        <p:cTn id="125" dur="550" decel="100000" fill="hold"/>
                                        <p:tgtEl>
                                          <p:spTgt spid="21"/>
                                        </p:tgtEl>
                                        <p:attrNameLst>
                                          <p:attrName>ppt_y</p:attrName>
                                        </p:attrNameLst>
                                      </p:cBhvr>
                                      <p:tavLst>
                                        <p:tav tm="0">
                                          <p:val>
                                            <p:strVal val="#ppt_y+.04"/>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22"/>
                                        </p:tgtEl>
                                        <p:attrNameLst>
                                          <p:attrName>style.visibility</p:attrName>
                                        </p:attrNameLst>
                                      </p:cBhvr>
                                      <p:to>
                                        <p:strVal val="visible"/>
                                      </p:to>
                                    </p:set>
                                    <p:animEffect transition="in" filter="fade">
                                      <p:cBhvr>
                                        <p:cTn id="128" dur="550"/>
                                        <p:tgtEl>
                                          <p:spTgt spid="22"/>
                                        </p:tgtEl>
                                      </p:cBhvr>
                                    </p:animEffect>
                                    <p:anim calcmode="lin" valueType="num">
                                      <p:cBhvr>
                                        <p:cTn id="129" dur="550" decel="100000" fill="hold"/>
                                        <p:tgtEl>
                                          <p:spTgt spid="22"/>
                                        </p:tgtEl>
                                        <p:attrNameLst>
                                          <p:attrName>ppt_x</p:attrName>
                                        </p:attrNameLst>
                                      </p:cBhvr>
                                      <p:tavLst>
                                        <p:tav tm="0">
                                          <p:val>
                                            <p:strVal val="#ppt_x"/>
                                          </p:val>
                                        </p:tav>
                                        <p:tav tm="100000">
                                          <p:val>
                                            <p:strVal val="#ppt_x"/>
                                          </p:val>
                                        </p:tav>
                                      </p:tavLst>
                                    </p:anim>
                                    <p:anim calcmode="lin" valueType="num">
                                      <p:cBhvr>
                                        <p:cTn id="130" dur="550" decel="100000" fill="hold"/>
                                        <p:tgtEl>
                                          <p:spTgt spid="22"/>
                                        </p:tgtEl>
                                        <p:attrNameLst>
                                          <p:attrName>ppt_y</p:attrName>
                                        </p:attrNameLst>
                                      </p:cBhvr>
                                      <p:tavLst>
                                        <p:tav tm="0">
                                          <p:val>
                                            <p:strVal val="#ppt_y+.04"/>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23"/>
                                        </p:tgtEl>
                                        <p:attrNameLst>
                                          <p:attrName>style.visibility</p:attrName>
                                        </p:attrNameLst>
                                      </p:cBhvr>
                                      <p:to>
                                        <p:strVal val="visible"/>
                                      </p:to>
                                    </p:set>
                                    <p:animEffect transition="in" filter="fade">
                                      <p:cBhvr>
                                        <p:cTn id="133" dur="550"/>
                                        <p:tgtEl>
                                          <p:spTgt spid="23"/>
                                        </p:tgtEl>
                                      </p:cBhvr>
                                    </p:animEffect>
                                    <p:anim calcmode="lin" valueType="num">
                                      <p:cBhvr>
                                        <p:cTn id="134" dur="550" decel="100000" fill="hold"/>
                                        <p:tgtEl>
                                          <p:spTgt spid="23"/>
                                        </p:tgtEl>
                                        <p:attrNameLst>
                                          <p:attrName>ppt_x</p:attrName>
                                        </p:attrNameLst>
                                      </p:cBhvr>
                                      <p:tavLst>
                                        <p:tav tm="0">
                                          <p:val>
                                            <p:strVal val="#ppt_x"/>
                                          </p:val>
                                        </p:tav>
                                        <p:tav tm="100000">
                                          <p:val>
                                            <p:strVal val="#ppt_x"/>
                                          </p:val>
                                        </p:tav>
                                      </p:tavLst>
                                    </p:anim>
                                    <p:anim calcmode="lin" valueType="num">
                                      <p:cBhvr>
                                        <p:cTn id="135" dur="550" decel="100000" fill="hold"/>
                                        <p:tgtEl>
                                          <p:spTgt spid="23"/>
                                        </p:tgtEl>
                                        <p:attrNameLst>
                                          <p:attrName>ppt_y</p:attrName>
                                        </p:attrNameLst>
                                      </p:cBhvr>
                                      <p:tavLst>
                                        <p:tav tm="0">
                                          <p:val>
                                            <p:strVal val="#ppt_y+.04"/>
                                          </p:val>
                                        </p:tav>
                                        <p:tav tm="100000">
                                          <p:val>
                                            <p:strVal val="#ppt_y"/>
                                          </p:val>
                                        </p:tav>
                                      </p:tavLst>
                                    </p:anim>
                                  </p:childTnLst>
                                </p:cTn>
                              </p:par>
                              <p:par>
                                <p:cTn id="136" presetID="42" presetClass="entr" presetSubtype="0" fill="hold" grpId="0" nodeType="withEffect">
                                  <p:stCondLst>
                                    <p:cond delay="0"/>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550"/>
                                        <p:tgtEl>
                                          <p:spTgt spid="24"/>
                                        </p:tgtEl>
                                      </p:cBhvr>
                                    </p:animEffect>
                                    <p:anim calcmode="lin" valueType="num">
                                      <p:cBhvr>
                                        <p:cTn id="139" dur="550" decel="100000" fill="hold"/>
                                        <p:tgtEl>
                                          <p:spTgt spid="24"/>
                                        </p:tgtEl>
                                        <p:attrNameLst>
                                          <p:attrName>ppt_x</p:attrName>
                                        </p:attrNameLst>
                                      </p:cBhvr>
                                      <p:tavLst>
                                        <p:tav tm="0">
                                          <p:val>
                                            <p:strVal val="#ppt_x"/>
                                          </p:val>
                                        </p:tav>
                                        <p:tav tm="100000">
                                          <p:val>
                                            <p:strVal val="#ppt_x"/>
                                          </p:val>
                                        </p:tav>
                                      </p:tavLst>
                                    </p:anim>
                                    <p:anim calcmode="lin" valueType="num">
                                      <p:cBhvr>
                                        <p:cTn id="140" dur="550" decel="100000" fill="hold"/>
                                        <p:tgtEl>
                                          <p:spTgt spid="24"/>
                                        </p:tgtEl>
                                        <p:attrNameLst>
                                          <p:attrName>ppt_y</p:attrName>
                                        </p:attrNameLst>
                                      </p:cBhvr>
                                      <p:tavLst>
                                        <p:tav tm="0">
                                          <p:val>
                                            <p:strVal val="#ppt_y+.04"/>
                                          </p:val>
                                        </p:tav>
                                        <p:tav tm="100000">
                                          <p:val>
                                            <p:strVal val="#ppt_y"/>
                                          </p:val>
                                        </p:tav>
                                      </p:tavLst>
                                    </p:anim>
                                  </p:childTnLst>
                                </p:cTn>
                              </p:par>
                              <p:par>
                                <p:cTn id="141" presetID="42" presetClass="entr" presetSubtype="0" fill="hold" grpId="0" nodeType="withEffect">
                                  <p:stCondLst>
                                    <p:cond delay="180"/>
                                  </p:stCondLst>
                                  <p:childTnLst>
                                    <p:set>
                                      <p:cBhvr>
                                        <p:cTn id="142" dur="1" fill="hold">
                                          <p:stCondLst>
                                            <p:cond delay="0"/>
                                          </p:stCondLst>
                                        </p:cTn>
                                        <p:tgtEl>
                                          <p:spTgt spid="34"/>
                                        </p:tgtEl>
                                        <p:attrNameLst>
                                          <p:attrName>style.visibility</p:attrName>
                                        </p:attrNameLst>
                                      </p:cBhvr>
                                      <p:to>
                                        <p:strVal val="visible"/>
                                      </p:to>
                                    </p:set>
                                    <p:animEffect transition="in" filter="fade">
                                      <p:cBhvr>
                                        <p:cTn id="143" dur="550"/>
                                        <p:tgtEl>
                                          <p:spTgt spid="34"/>
                                        </p:tgtEl>
                                      </p:cBhvr>
                                    </p:animEffect>
                                    <p:anim calcmode="lin" valueType="num">
                                      <p:cBhvr>
                                        <p:cTn id="144" dur="550" decel="100000" fill="hold"/>
                                        <p:tgtEl>
                                          <p:spTgt spid="34"/>
                                        </p:tgtEl>
                                        <p:attrNameLst>
                                          <p:attrName>ppt_x</p:attrName>
                                        </p:attrNameLst>
                                      </p:cBhvr>
                                      <p:tavLst>
                                        <p:tav tm="0">
                                          <p:val>
                                            <p:strVal val="#ppt_x"/>
                                          </p:val>
                                        </p:tav>
                                        <p:tav tm="100000">
                                          <p:val>
                                            <p:strVal val="#ppt_x"/>
                                          </p:val>
                                        </p:tav>
                                      </p:tavLst>
                                    </p:anim>
                                    <p:anim calcmode="lin" valueType="num">
                                      <p:cBhvr>
                                        <p:cTn id="145" dur="550" decel="100000" fill="hold"/>
                                        <p:tgtEl>
                                          <p:spTgt spid="34"/>
                                        </p:tgtEl>
                                        <p:attrNameLst>
                                          <p:attrName>ppt_y</p:attrName>
                                        </p:attrNameLst>
                                      </p:cBhvr>
                                      <p:tavLst>
                                        <p:tav tm="0">
                                          <p:val>
                                            <p:strVal val="#ppt_y+.04"/>
                                          </p:val>
                                        </p:tav>
                                        <p:tav tm="100000">
                                          <p:val>
                                            <p:strVal val="#ppt_y"/>
                                          </p:val>
                                        </p:tav>
                                      </p:tavLst>
                                    </p:anim>
                                  </p:childTnLst>
                                </p:cTn>
                              </p:par>
                              <p:par>
                                <p:cTn id="146" presetID="42" presetClass="entr" presetSubtype="0" fill="hold" grpId="0" nodeType="withEffect">
                                  <p:stCondLst>
                                    <p:cond delay="180"/>
                                  </p:stCondLst>
                                  <p:childTnLst>
                                    <p:set>
                                      <p:cBhvr>
                                        <p:cTn id="147" dur="1" fill="hold">
                                          <p:stCondLst>
                                            <p:cond delay="0"/>
                                          </p:stCondLst>
                                        </p:cTn>
                                        <p:tgtEl>
                                          <p:spTgt spid="35"/>
                                        </p:tgtEl>
                                        <p:attrNameLst>
                                          <p:attrName>style.visibility</p:attrName>
                                        </p:attrNameLst>
                                      </p:cBhvr>
                                      <p:to>
                                        <p:strVal val="visible"/>
                                      </p:to>
                                    </p:set>
                                    <p:animEffect transition="in" filter="fade">
                                      <p:cBhvr>
                                        <p:cTn id="148" dur="550"/>
                                        <p:tgtEl>
                                          <p:spTgt spid="35"/>
                                        </p:tgtEl>
                                      </p:cBhvr>
                                    </p:animEffect>
                                    <p:anim calcmode="lin" valueType="num">
                                      <p:cBhvr>
                                        <p:cTn id="149" dur="550" decel="100000" fill="hold"/>
                                        <p:tgtEl>
                                          <p:spTgt spid="35"/>
                                        </p:tgtEl>
                                        <p:attrNameLst>
                                          <p:attrName>ppt_x</p:attrName>
                                        </p:attrNameLst>
                                      </p:cBhvr>
                                      <p:tavLst>
                                        <p:tav tm="0">
                                          <p:val>
                                            <p:strVal val="#ppt_x"/>
                                          </p:val>
                                        </p:tav>
                                        <p:tav tm="100000">
                                          <p:val>
                                            <p:strVal val="#ppt_x"/>
                                          </p:val>
                                        </p:tav>
                                      </p:tavLst>
                                    </p:anim>
                                    <p:anim calcmode="lin" valueType="num">
                                      <p:cBhvr>
                                        <p:cTn id="150" dur="550" decel="100000" fill="hold"/>
                                        <p:tgtEl>
                                          <p:spTgt spid="35"/>
                                        </p:tgtEl>
                                        <p:attrNameLst>
                                          <p:attrName>ppt_y</p:attrName>
                                        </p:attrNameLst>
                                      </p:cBhvr>
                                      <p:tavLst>
                                        <p:tav tm="0">
                                          <p:val>
                                            <p:strVal val="#ppt_y+.04"/>
                                          </p:val>
                                        </p:tav>
                                        <p:tav tm="100000">
                                          <p:val>
                                            <p:strVal val="#ppt_y"/>
                                          </p:val>
                                        </p:tav>
                                      </p:tavLst>
                                    </p:anim>
                                  </p:childTnLst>
                                </p:cTn>
                              </p:par>
                              <p:par>
                                <p:cTn id="151" presetID="42" presetClass="entr" presetSubtype="0" fill="hold" grpId="0" nodeType="withEffect">
                                  <p:stCondLst>
                                    <p:cond delay="180"/>
                                  </p:stCondLst>
                                  <p:childTnLst>
                                    <p:set>
                                      <p:cBhvr>
                                        <p:cTn id="152" dur="1" fill="hold">
                                          <p:stCondLst>
                                            <p:cond delay="0"/>
                                          </p:stCondLst>
                                        </p:cTn>
                                        <p:tgtEl>
                                          <p:spTgt spid="36"/>
                                        </p:tgtEl>
                                        <p:attrNameLst>
                                          <p:attrName>style.visibility</p:attrName>
                                        </p:attrNameLst>
                                      </p:cBhvr>
                                      <p:to>
                                        <p:strVal val="visible"/>
                                      </p:to>
                                    </p:set>
                                    <p:animEffect transition="in" filter="fade">
                                      <p:cBhvr>
                                        <p:cTn id="153" dur="550"/>
                                        <p:tgtEl>
                                          <p:spTgt spid="36"/>
                                        </p:tgtEl>
                                      </p:cBhvr>
                                    </p:animEffect>
                                    <p:anim calcmode="lin" valueType="num">
                                      <p:cBhvr>
                                        <p:cTn id="154" dur="550" decel="100000" fill="hold"/>
                                        <p:tgtEl>
                                          <p:spTgt spid="36"/>
                                        </p:tgtEl>
                                        <p:attrNameLst>
                                          <p:attrName>ppt_x</p:attrName>
                                        </p:attrNameLst>
                                      </p:cBhvr>
                                      <p:tavLst>
                                        <p:tav tm="0">
                                          <p:val>
                                            <p:strVal val="#ppt_x"/>
                                          </p:val>
                                        </p:tav>
                                        <p:tav tm="100000">
                                          <p:val>
                                            <p:strVal val="#ppt_x"/>
                                          </p:val>
                                        </p:tav>
                                      </p:tavLst>
                                    </p:anim>
                                    <p:anim calcmode="lin" valueType="num">
                                      <p:cBhvr>
                                        <p:cTn id="155" dur="550" decel="100000" fill="hold"/>
                                        <p:tgtEl>
                                          <p:spTgt spid="36"/>
                                        </p:tgtEl>
                                        <p:attrNameLst>
                                          <p:attrName>ppt_y</p:attrName>
                                        </p:attrNameLst>
                                      </p:cBhvr>
                                      <p:tavLst>
                                        <p:tav tm="0">
                                          <p:val>
                                            <p:strVal val="#ppt_y+.04"/>
                                          </p:val>
                                        </p:tav>
                                        <p:tav tm="100000">
                                          <p:val>
                                            <p:strVal val="#ppt_y"/>
                                          </p:val>
                                        </p:tav>
                                      </p:tavLst>
                                    </p:anim>
                                  </p:childTnLst>
                                </p:cTn>
                              </p:par>
                            </p:childTnLst>
                          </p:cTn>
                        </p:par>
                      </p:childTnLst>
                    </p:cTn>
                  </p:par>
                  <p:par>
                    <p:cTn id="188" fill="hold">
                      <p:stCondLst>
                        <p:cond delay="indefinite"/>
                      </p:stCondLst>
                      <p:childTnLst>
                        <p:par>
                          <p:cTn id="189" fill="hold">
                            <p:stCondLst>
                              <p:cond delay="0"/>
                            </p:stCondLst>
                            <p:childTnLst>
                              <p:par>
                                <p:cTn id="158" presetID="42" presetClass="entr" presetSubtype="0" fill="hold" grpId="0" nodeType="clickEffect">
                                  <p:stCondLst>
                                    <p:cond delay="0"/>
                                  </p:stCondLst>
                                  <p:childTnLst>
                                    <p:set>
                                      <p:cBhvr>
                                        <p:cTn id="159" dur="1" fill="hold">
                                          <p:stCondLst>
                                            <p:cond delay="0"/>
                                          </p:stCondLst>
                                        </p:cTn>
                                        <p:tgtEl>
                                          <p:spTgt spid="25"/>
                                        </p:tgtEl>
                                        <p:attrNameLst>
                                          <p:attrName>style.visibility</p:attrName>
                                        </p:attrNameLst>
                                      </p:cBhvr>
                                      <p:to>
                                        <p:strVal val="visible"/>
                                      </p:to>
                                    </p:set>
                                    <p:animEffect transition="in" filter="fade">
                                      <p:cBhvr>
                                        <p:cTn id="160" dur="550"/>
                                        <p:tgtEl>
                                          <p:spTgt spid="25"/>
                                        </p:tgtEl>
                                      </p:cBhvr>
                                    </p:animEffect>
                                    <p:anim calcmode="lin" valueType="num">
                                      <p:cBhvr>
                                        <p:cTn id="161" dur="550" decel="100000" fill="hold"/>
                                        <p:tgtEl>
                                          <p:spTgt spid="25"/>
                                        </p:tgtEl>
                                        <p:attrNameLst>
                                          <p:attrName>ppt_x</p:attrName>
                                        </p:attrNameLst>
                                      </p:cBhvr>
                                      <p:tavLst>
                                        <p:tav tm="0">
                                          <p:val>
                                            <p:strVal val="#ppt_x"/>
                                          </p:val>
                                        </p:tav>
                                        <p:tav tm="100000">
                                          <p:val>
                                            <p:strVal val="#ppt_x"/>
                                          </p:val>
                                        </p:tav>
                                      </p:tavLst>
                                    </p:anim>
                                    <p:anim calcmode="lin" valueType="num">
                                      <p:cBhvr>
                                        <p:cTn id="162" dur="550" decel="100000" fill="hold"/>
                                        <p:tgtEl>
                                          <p:spTgt spid="25"/>
                                        </p:tgtEl>
                                        <p:attrNameLst>
                                          <p:attrName>ppt_y</p:attrName>
                                        </p:attrNameLst>
                                      </p:cBhvr>
                                      <p:tavLst>
                                        <p:tav tm="0">
                                          <p:val>
                                            <p:strVal val="#ppt_y+.04"/>
                                          </p:val>
                                        </p:tav>
                                        <p:tav tm="100000">
                                          <p:val>
                                            <p:strVal val="#ppt_y"/>
                                          </p:val>
                                        </p:tav>
                                      </p:tavLst>
                                    </p:anim>
                                  </p:childTnLst>
                                </p:cTn>
                              </p:par>
                              <p:par>
                                <p:cTn id="163" presetID="42" presetClass="entr" presetSubtype="0" fill="hold" grpId="0" nodeType="withEffect">
                                  <p:stCondLst>
                                    <p:cond delay="0"/>
                                  </p:stCondLst>
                                  <p:childTnLst>
                                    <p:set>
                                      <p:cBhvr>
                                        <p:cTn id="164" dur="1" fill="hold">
                                          <p:stCondLst>
                                            <p:cond delay="0"/>
                                          </p:stCondLst>
                                        </p:cTn>
                                        <p:tgtEl>
                                          <p:spTgt spid="26"/>
                                        </p:tgtEl>
                                        <p:attrNameLst>
                                          <p:attrName>style.visibility</p:attrName>
                                        </p:attrNameLst>
                                      </p:cBhvr>
                                      <p:to>
                                        <p:strVal val="visible"/>
                                      </p:to>
                                    </p:set>
                                    <p:animEffect transition="in" filter="fade">
                                      <p:cBhvr>
                                        <p:cTn id="165" dur="550"/>
                                        <p:tgtEl>
                                          <p:spTgt spid="26"/>
                                        </p:tgtEl>
                                      </p:cBhvr>
                                    </p:animEffect>
                                    <p:anim calcmode="lin" valueType="num">
                                      <p:cBhvr>
                                        <p:cTn id="166" dur="550" decel="100000" fill="hold"/>
                                        <p:tgtEl>
                                          <p:spTgt spid="26"/>
                                        </p:tgtEl>
                                        <p:attrNameLst>
                                          <p:attrName>ppt_x</p:attrName>
                                        </p:attrNameLst>
                                      </p:cBhvr>
                                      <p:tavLst>
                                        <p:tav tm="0">
                                          <p:val>
                                            <p:strVal val="#ppt_x"/>
                                          </p:val>
                                        </p:tav>
                                        <p:tav tm="100000">
                                          <p:val>
                                            <p:strVal val="#ppt_x"/>
                                          </p:val>
                                        </p:tav>
                                      </p:tavLst>
                                    </p:anim>
                                    <p:anim calcmode="lin" valueType="num">
                                      <p:cBhvr>
                                        <p:cTn id="167" dur="550" decel="100000" fill="hold"/>
                                        <p:tgtEl>
                                          <p:spTgt spid="26"/>
                                        </p:tgtEl>
                                        <p:attrNameLst>
                                          <p:attrName>ppt_y</p:attrName>
                                        </p:attrNameLst>
                                      </p:cBhvr>
                                      <p:tavLst>
                                        <p:tav tm="0">
                                          <p:val>
                                            <p:strVal val="#ppt_y+.04"/>
                                          </p:val>
                                        </p:tav>
                                        <p:tav tm="100000">
                                          <p:val>
                                            <p:strVal val="#ppt_y"/>
                                          </p:val>
                                        </p:tav>
                                      </p:tavLst>
                                    </p:anim>
                                  </p:childTnLst>
                                </p:cTn>
                              </p:par>
                              <p:par>
                                <p:cTn id="168" presetID="42" presetClass="entr" presetSubtype="0" fill="hold" grpId="0" nodeType="withEffect">
                                  <p:stCondLst>
                                    <p:cond delay="0"/>
                                  </p:stCondLst>
                                  <p:childTnLst>
                                    <p:set>
                                      <p:cBhvr>
                                        <p:cTn id="169" dur="1" fill="hold">
                                          <p:stCondLst>
                                            <p:cond delay="0"/>
                                          </p:stCondLst>
                                        </p:cTn>
                                        <p:tgtEl>
                                          <p:spTgt spid="27"/>
                                        </p:tgtEl>
                                        <p:attrNameLst>
                                          <p:attrName>style.visibility</p:attrName>
                                        </p:attrNameLst>
                                      </p:cBhvr>
                                      <p:to>
                                        <p:strVal val="visible"/>
                                      </p:to>
                                    </p:set>
                                    <p:animEffect transition="in" filter="fade">
                                      <p:cBhvr>
                                        <p:cTn id="170" dur="550"/>
                                        <p:tgtEl>
                                          <p:spTgt spid="27"/>
                                        </p:tgtEl>
                                      </p:cBhvr>
                                    </p:animEffect>
                                    <p:anim calcmode="lin" valueType="num">
                                      <p:cBhvr>
                                        <p:cTn id="171" dur="550" decel="100000" fill="hold"/>
                                        <p:tgtEl>
                                          <p:spTgt spid="27"/>
                                        </p:tgtEl>
                                        <p:attrNameLst>
                                          <p:attrName>ppt_x</p:attrName>
                                        </p:attrNameLst>
                                      </p:cBhvr>
                                      <p:tavLst>
                                        <p:tav tm="0">
                                          <p:val>
                                            <p:strVal val="#ppt_x"/>
                                          </p:val>
                                        </p:tav>
                                        <p:tav tm="100000">
                                          <p:val>
                                            <p:strVal val="#ppt_x"/>
                                          </p:val>
                                        </p:tav>
                                      </p:tavLst>
                                    </p:anim>
                                    <p:anim calcmode="lin" valueType="num">
                                      <p:cBhvr>
                                        <p:cTn id="172" dur="550" decel="100000" fill="hold"/>
                                        <p:tgtEl>
                                          <p:spTgt spid="27"/>
                                        </p:tgtEl>
                                        <p:attrNameLst>
                                          <p:attrName>ppt_y</p:attrName>
                                        </p:attrNameLst>
                                      </p:cBhvr>
                                      <p:tavLst>
                                        <p:tav tm="0">
                                          <p:val>
                                            <p:strVal val="#ppt_y+.04"/>
                                          </p:val>
                                        </p:tav>
                                        <p:tav tm="100000">
                                          <p:val>
                                            <p:strVal val="#ppt_y"/>
                                          </p:val>
                                        </p:tav>
                                      </p:tavLst>
                                    </p:anim>
                                  </p:childTnLst>
                                </p:cTn>
                              </p:par>
                              <p:par>
                                <p:cTn id="173" presetID="42" presetClass="entr" presetSubtype="0" fill="hold" grpId="0" nodeType="withEffect">
                                  <p:stCondLst>
                                    <p:cond delay="180"/>
                                  </p:stCondLst>
                                  <p:childTnLst>
                                    <p:set>
                                      <p:cBhvr>
                                        <p:cTn id="174" dur="1" fill="hold">
                                          <p:stCondLst>
                                            <p:cond delay="0"/>
                                          </p:stCondLst>
                                        </p:cTn>
                                        <p:tgtEl>
                                          <p:spTgt spid="37"/>
                                        </p:tgtEl>
                                        <p:attrNameLst>
                                          <p:attrName>style.visibility</p:attrName>
                                        </p:attrNameLst>
                                      </p:cBhvr>
                                      <p:to>
                                        <p:strVal val="visible"/>
                                      </p:to>
                                    </p:set>
                                    <p:animEffect transition="in" filter="fade">
                                      <p:cBhvr>
                                        <p:cTn id="175" dur="550"/>
                                        <p:tgtEl>
                                          <p:spTgt spid="37"/>
                                        </p:tgtEl>
                                      </p:cBhvr>
                                    </p:animEffect>
                                    <p:anim calcmode="lin" valueType="num">
                                      <p:cBhvr>
                                        <p:cTn id="176" dur="550" decel="100000" fill="hold"/>
                                        <p:tgtEl>
                                          <p:spTgt spid="37"/>
                                        </p:tgtEl>
                                        <p:attrNameLst>
                                          <p:attrName>ppt_x</p:attrName>
                                        </p:attrNameLst>
                                      </p:cBhvr>
                                      <p:tavLst>
                                        <p:tav tm="0">
                                          <p:val>
                                            <p:strVal val="#ppt_x"/>
                                          </p:val>
                                        </p:tav>
                                        <p:tav tm="100000">
                                          <p:val>
                                            <p:strVal val="#ppt_x"/>
                                          </p:val>
                                        </p:tav>
                                      </p:tavLst>
                                    </p:anim>
                                    <p:anim calcmode="lin" valueType="num">
                                      <p:cBhvr>
                                        <p:cTn id="177" dur="550" decel="100000" fill="hold"/>
                                        <p:tgtEl>
                                          <p:spTgt spid="37"/>
                                        </p:tgtEl>
                                        <p:attrNameLst>
                                          <p:attrName>ppt_y</p:attrName>
                                        </p:attrNameLst>
                                      </p:cBhvr>
                                      <p:tavLst>
                                        <p:tav tm="0">
                                          <p:val>
                                            <p:strVal val="#ppt_y+.04"/>
                                          </p:val>
                                        </p:tav>
                                        <p:tav tm="100000">
                                          <p:val>
                                            <p:strVal val="#ppt_y"/>
                                          </p:val>
                                        </p:tav>
                                      </p:tavLst>
                                    </p:anim>
                                  </p:childTnLst>
                                </p:cTn>
                              </p:par>
                              <p:par>
                                <p:cTn id="178" presetID="42" presetClass="entr" presetSubtype="0" fill="hold" grpId="0" nodeType="withEffect">
                                  <p:stCondLst>
                                    <p:cond delay="180"/>
                                  </p:stCondLst>
                                  <p:childTnLst>
                                    <p:set>
                                      <p:cBhvr>
                                        <p:cTn id="179" dur="1" fill="hold">
                                          <p:stCondLst>
                                            <p:cond delay="0"/>
                                          </p:stCondLst>
                                        </p:cTn>
                                        <p:tgtEl>
                                          <p:spTgt spid="38"/>
                                        </p:tgtEl>
                                        <p:attrNameLst>
                                          <p:attrName>style.visibility</p:attrName>
                                        </p:attrNameLst>
                                      </p:cBhvr>
                                      <p:to>
                                        <p:strVal val="visible"/>
                                      </p:to>
                                    </p:set>
                                    <p:animEffect transition="in" filter="fade">
                                      <p:cBhvr>
                                        <p:cTn id="180" dur="550"/>
                                        <p:tgtEl>
                                          <p:spTgt spid="38"/>
                                        </p:tgtEl>
                                      </p:cBhvr>
                                    </p:animEffect>
                                    <p:anim calcmode="lin" valueType="num">
                                      <p:cBhvr>
                                        <p:cTn id="181" dur="550" decel="100000" fill="hold"/>
                                        <p:tgtEl>
                                          <p:spTgt spid="38"/>
                                        </p:tgtEl>
                                        <p:attrNameLst>
                                          <p:attrName>ppt_x</p:attrName>
                                        </p:attrNameLst>
                                      </p:cBhvr>
                                      <p:tavLst>
                                        <p:tav tm="0">
                                          <p:val>
                                            <p:strVal val="#ppt_x"/>
                                          </p:val>
                                        </p:tav>
                                        <p:tav tm="100000">
                                          <p:val>
                                            <p:strVal val="#ppt_x"/>
                                          </p:val>
                                        </p:tav>
                                      </p:tavLst>
                                    </p:anim>
                                    <p:anim calcmode="lin" valueType="num">
                                      <p:cBhvr>
                                        <p:cTn id="182" dur="550" decel="100000" fill="hold"/>
                                        <p:tgtEl>
                                          <p:spTgt spid="38"/>
                                        </p:tgtEl>
                                        <p:attrNameLst>
                                          <p:attrName>ppt_y</p:attrName>
                                        </p:attrNameLst>
                                      </p:cBhvr>
                                      <p:tavLst>
                                        <p:tav tm="0">
                                          <p:val>
                                            <p:strVal val="#ppt_y+.04"/>
                                          </p:val>
                                        </p:tav>
                                        <p:tav tm="100000">
                                          <p:val>
                                            <p:strVal val="#ppt_y"/>
                                          </p:val>
                                        </p:tav>
                                      </p:tavLst>
                                    </p:anim>
                                  </p:childTnLst>
                                </p:cTn>
                              </p:par>
                              <p:par>
                                <p:cTn id="183" presetID="42" presetClass="entr" presetSubtype="0" fill="hold" grpId="0" nodeType="withEffect">
                                  <p:stCondLst>
                                    <p:cond delay="180"/>
                                  </p:stCondLst>
                                  <p:childTnLst>
                                    <p:set>
                                      <p:cBhvr>
                                        <p:cTn id="184" dur="1" fill="hold">
                                          <p:stCondLst>
                                            <p:cond delay="0"/>
                                          </p:stCondLst>
                                        </p:cTn>
                                        <p:tgtEl>
                                          <p:spTgt spid="39"/>
                                        </p:tgtEl>
                                        <p:attrNameLst>
                                          <p:attrName>style.visibility</p:attrName>
                                        </p:attrNameLst>
                                      </p:cBhvr>
                                      <p:to>
                                        <p:strVal val="visible"/>
                                      </p:to>
                                    </p:set>
                                    <p:animEffect transition="in" filter="fade">
                                      <p:cBhvr>
                                        <p:cTn id="185" dur="550"/>
                                        <p:tgtEl>
                                          <p:spTgt spid="39"/>
                                        </p:tgtEl>
                                      </p:cBhvr>
                                    </p:animEffect>
                                    <p:anim calcmode="lin" valueType="num">
                                      <p:cBhvr>
                                        <p:cTn id="186" dur="550" decel="100000" fill="hold"/>
                                        <p:tgtEl>
                                          <p:spTgt spid="39"/>
                                        </p:tgtEl>
                                        <p:attrNameLst>
                                          <p:attrName>ppt_x</p:attrName>
                                        </p:attrNameLst>
                                      </p:cBhvr>
                                      <p:tavLst>
                                        <p:tav tm="0">
                                          <p:val>
                                            <p:strVal val="#ppt_x"/>
                                          </p:val>
                                        </p:tav>
                                        <p:tav tm="100000">
                                          <p:val>
                                            <p:strVal val="#ppt_x"/>
                                          </p:val>
                                        </p:tav>
                                      </p:tavLst>
                                    </p:anim>
                                    <p:anim calcmode="lin" valueType="num">
                                      <p:cBhvr>
                                        <p:cTn id="187" dur="550" decel="100000" fill="hold"/>
                                        <p:tgtEl>
                                          <p:spTgt spid="3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8" grpId="0" animBg="1"/>
      <p:bldP spid="29" grpId="0" animBg="1"/>
      <p:bldP spid="30" grpId="0" animBg="1"/>
      <p:bldP spid="17" grpId="0" animBg="1"/>
      <p:bldP spid="18" grpId="0" animBg="1"/>
      <p:bldP spid="19" grpId="0" animBg="1"/>
      <p:bldP spid="20" grpId="0" animBg="1"/>
      <p:bldP spid="31" grpId="0" animBg="1"/>
      <p:bldP spid="32" grpId="0" animBg="1"/>
      <p:bldP spid="33" grpId="0" animBg="1"/>
      <p:bldP spid="21" grpId="0" animBg="1"/>
      <p:bldP spid="22" grpId="0" animBg="1"/>
      <p:bldP spid="23" grpId="0" animBg="1"/>
      <p:bldP spid="24" grpId="0" animBg="1"/>
      <p:bldP spid="34" grpId="0" animBg="1"/>
      <p:bldP spid="35" grpId="0" animBg="1"/>
      <p:bldP spid="36" grpId="0" animBg="1"/>
      <p:bldP spid="25" grpId="0" animBg="1"/>
      <p:bldP spid="26" grpId="0" animBg="1"/>
      <p:bldP spid="27" grpId="0" animBg="1"/>
      <p:bldP spid="37" grpId="0" animBg="1"/>
      <p:bldP spid="3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548640" y="292608"/>
            <a:ext cx="8229600" cy="274320"/>
          </a:xfrm>
          <a:prstGeom prst="rect">
            <a:avLst/>
          </a:prstGeom>
          <a:noFill/>
          <a:ln/>
        </p:spPr>
        <p:txBody>
          <a:bodyPr wrap="square" lIns="0" tIns="0" rIns="0" bIns="0" rtlCol="0" anchor="ctr"/>
          <a:lstStyle/>
          <a:p>
            <a:pPr algn="l" indent="0" marL="0">
              <a:buNone/>
            </a:pPr>
            <a:r>
              <a:rPr lang="en-US" sz="1200" b="1" spc="200" kern="0" dirty="0">
                <a:solidFill>
                  <a:srgbClr val="00B7E5"/>
                </a:solidFill>
              </a:rPr>
              <a:t>A PÉNZPIAC</a:t>
            </a:r>
            <a:endParaRPr lang="en-US" sz="1200" dirty="0"/>
          </a:p>
        </p:txBody>
      </p:sp>
      <p:sp>
        <p:nvSpPr>
          <p:cNvPr id="3" name="Text 0"/>
          <p:cNvSpPr/>
          <p:nvPr>
            <p:ph idx="102" type="title" hasCustomPrompt="1"/>
          </p:nvPr>
        </p:nvSpPr>
        <p:spPr>
          <a:xfrm>
            <a:off x="548640" y="566928"/>
            <a:ext cx="10058400" cy="640080"/>
          </a:xfrm>
          <a:prstGeom prst="rect">
            <a:avLst/>
          </a:prstGeom>
          <a:noFill/>
          <a:ln/>
        </p:spPr>
        <p:txBody>
          <a:bodyPr wrap="square" lIns="0" tIns="0" rIns="0" bIns="0" rtlCol="0" anchor="ctr"/>
          <a:lstStyle/>
          <a:p>
            <a:pPr algn="l" indent="0" marL="0">
              <a:buNone/>
            </a:pPr>
            <a:r>
              <a:rPr lang="en-US" sz="3000" b="1" dirty="0">
                <a:solidFill>
                  <a:srgbClr val="003366"/>
                </a:solidFill>
              </a:rPr>
              <a:t>Pénzpiaci szereplők és lehetőségek</a:t>
            </a:r>
            <a:endParaRPr lang="en-US" sz="3000" dirty="0"/>
          </a:p>
        </p:txBody>
      </p:sp>
      <p:sp>
        <p:nvSpPr>
          <p:cNvPr id="4" name="ac0_bg"/>
          <p:cNvSpPr/>
          <p:nvPr/>
        </p:nvSpPr>
        <p:spPr>
          <a:xfrm>
            <a:off x="548640" y="1463040"/>
            <a:ext cx="2057400" cy="2423160"/>
          </a:xfrm>
          <a:prstGeom prst="roundRect">
            <a:avLst>
              <a:gd name="adj" fmla="val 5333"/>
            </a:avLst>
          </a:prstGeom>
          <a:solidFill>
            <a:srgbClr val="EEF5FA"/>
          </a:solidFill>
          <a:ln/>
        </p:spPr>
      </p:sp>
      <p:sp>
        <p:nvSpPr>
          <p:cNvPr id="5" name="ac0_circ"/>
          <p:cNvSpPr/>
          <p:nvPr/>
        </p:nvSpPr>
        <p:spPr>
          <a:xfrm>
            <a:off x="777240" y="1691640"/>
            <a:ext cx="731520" cy="731520"/>
          </a:xfrm>
          <a:prstGeom prst="ellipse">
            <a:avLst/>
          </a:prstGeom>
          <a:solidFill>
            <a:srgbClr val="003366"/>
          </a:solidFill>
          <a:ln/>
        </p:spPr>
      </p:sp>
      <p:pic>
        <p:nvPicPr>
          <p:cNvPr id="6" name="ac0_ico" descr="preencoded.png">    </p:cNvPr>
          <p:cNvPicPr>
            <a:picLocks noChangeAspect="1"/>
          </p:cNvPicPr>
          <p:nvPr/>
        </p:nvPicPr>
        <p:blipFill>
          <a:blip r:embed="rId1"/>
          <a:stretch>
            <a:fillRect/>
          </a:stretch>
        </p:blipFill>
        <p:spPr>
          <a:xfrm>
            <a:off x="960120" y="1874520"/>
            <a:ext cx="365760" cy="365760"/>
          </a:xfrm>
          <a:prstGeom prst="rect">
            <a:avLst/>
          </a:prstGeom>
        </p:spPr>
      </p:pic>
      <p:sp>
        <p:nvSpPr>
          <p:cNvPr id="7" name="ac0_t"/>
          <p:cNvSpPr txBox="1"/>
          <p:nvPr/>
        </p:nvSpPr>
        <p:spPr>
          <a:xfrm>
            <a:off x="777240" y="2606040"/>
            <a:ext cx="1691640" cy="411480"/>
          </a:xfrm>
          <a:prstGeom prst="rect">
            <a:avLst/>
          </a:prstGeom>
          <a:noFill/>
          <a:ln/>
        </p:spPr>
        <p:txBody>
          <a:bodyPr wrap="square" lIns="0" tIns="0" rIns="0" bIns="0" rtlCol="0" anchor="ctr"/>
          <a:lstStyle/>
          <a:p>
            <a:pPr indent="0" marL="0">
              <a:buNone/>
            </a:pPr>
            <a:r>
              <a:rPr lang="en-US" sz="1900" b="1" dirty="0">
                <a:solidFill>
                  <a:srgbClr val="003366"/>
                </a:solidFill>
                <a:latin typeface="Arial" pitchFamily="34" charset="0"/>
                <a:ea typeface="Arial" pitchFamily="34" charset="-122"/>
                <a:cs typeface="Arial" pitchFamily="34" charset="-120"/>
              </a:rPr>
              <a:t>Bank</a:t>
            </a:r>
            <a:endParaRPr lang="en-US" sz="1900" dirty="0"/>
          </a:p>
        </p:txBody>
      </p:sp>
      <p:sp>
        <p:nvSpPr>
          <p:cNvPr id="8" name="ac0_s"/>
          <p:cNvSpPr txBox="1"/>
          <p:nvPr/>
        </p:nvSpPr>
        <p:spPr>
          <a:xfrm>
            <a:off x="777240" y="3017520"/>
            <a:ext cx="1691640" cy="731520"/>
          </a:xfrm>
          <a:prstGeom prst="rect">
            <a:avLst/>
          </a:prstGeom>
          <a:noFill/>
          <a:ln/>
        </p:spPr>
        <p:txBody>
          <a:bodyPr wrap="square" lIns="0" tIns="0" rIns="0" bIns="0" rtlCol="0" anchor="t"/>
          <a:lstStyle/>
          <a:p>
            <a:pPr indent="0" marL="0">
              <a:buNone/>
            </a:pPr>
            <a:r>
              <a:rPr lang="en-US" sz="1300" dirty="0">
                <a:solidFill>
                  <a:srgbClr val="5B6B7B"/>
                </a:solidFill>
                <a:latin typeface="Arial" pitchFamily="34" charset="0"/>
                <a:ea typeface="Arial" pitchFamily="34" charset="-122"/>
                <a:cs typeface="Arial" pitchFamily="34" charset="-120"/>
              </a:rPr>
              <a:t>Hitelek, folyószámlák</a:t>
            </a:r>
            <a:endParaRPr lang="en-US" sz="1300" dirty="0"/>
          </a:p>
        </p:txBody>
      </p:sp>
      <p:sp>
        <p:nvSpPr>
          <p:cNvPr id="9" name="ac1_bg"/>
          <p:cNvSpPr/>
          <p:nvPr/>
        </p:nvSpPr>
        <p:spPr>
          <a:xfrm>
            <a:off x="2816352" y="1463040"/>
            <a:ext cx="2057400" cy="2423160"/>
          </a:xfrm>
          <a:prstGeom prst="roundRect">
            <a:avLst>
              <a:gd name="adj" fmla="val 5333"/>
            </a:avLst>
          </a:prstGeom>
          <a:solidFill>
            <a:srgbClr val="EEF5FA"/>
          </a:solidFill>
          <a:ln/>
        </p:spPr>
      </p:sp>
      <p:sp>
        <p:nvSpPr>
          <p:cNvPr id="10" name="ac1_circ"/>
          <p:cNvSpPr/>
          <p:nvPr/>
        </p:nvSpPr>
        <p:spPr>
          <a:xfrm>
            <a:off x="3044952" y="1691640"/>
            <a:ext cx="731520" cy="731520"/>
          </a:xfrm>
          <a:prstGeom prst="ellipse">
            <a:avLst/>
          </a:prstGeom>
          <a:solidFill>
            <a:srgbClr val="003366"/>
          </a:solidFill>
          <a:ln/>
        </p:spPr>
      </p:sp>
      <p:pic>
        <p:nvPicPr>
          <p:cNvPr id="11" name="ac1_ico" descr="preencoded.png">    </p:cNvPr>
          <p:cNvPicPr>
            <a:picLocks noChangeAspect="1"/>
          </p:cNvPicPr>
          <p:nvPr/>
        </p:nvPicPr>
        <p:blipFill>
          <a:blip r:embed="rId2"/>
          <a:stretch>
            <a:fillRect/>
          </a:stretch>
        </p:blipFill>
        <p:spPr>
          <a:xfrm>
            <a:off x="3227832" y="1874520"/>
            <a:ext cx="365760" cy="365760"/>
          </a:xfrm>
          <a:prstGeom prst="rect">
            <a:avLst/>
          </a:prstGeom>
        </p:spPr>
      </p:pic>
      <p:sp>
        <p:nvSpPr>
          <p:cNvPr id="12" name="ac1_t"/>
          <p:cNvSpPr txBox="1"/>
          <p:nvPr/>
        </p:nvSpPr>
        <p:spPr>
          <a:xfrm>
            <a:off x="3044952" y="2606040"/>
            <a:ext cx="1691640" cy="411480"/>
          </a:xfrm>
          <a:prstGeom prst="rect">
            <a:avLst/>
          </a:prstGeom>
          <a:noFill/>
          <a:ln/>
        </p:spPr>
        <p:txBody>
          <a:bodyPr wrap="square" lIns="0" tIns="0" rIns="0" bIns="0" rtlCol="0" anchor="ctr"/>
          <a:lstStyle/>
          <a:p>
            <a:pPr indent="0" marL="0">
              <a:buNone/>
            </a:pPr>
            <a:r>
              <a:rPr lang="en-US" sz="1900" b="1" dirty="0">
                <a:solidFill>
                  <a:srgbClr val="003366"/>
                </a:solidFill>
                <a:latin typeface="Arial" pitchFamily="34" charset="0"/>
                <a:ea typeface="Arial" pitchFamily="34" charset="-122"/>
                <a:cs typeface="Arial" pitchFamily="34" charset="-120"/>
              </a:rPr>
              <a:t>Biztosító</a:t>
            </a:r>
            <a:endParaRPr lang="en-US" sz="1900" dirty="0"/>
          </a:p>
        </p:txBody>
      </p:sp>
      <p:sp>
        <p:nvSpPr>
          <p:cNvPr id="13" name="ac1_s"/>
          <p:cNvSpPr txBox="1"/>
          <p:nvPr/>
        </p:nvSpPr>
        <p:spPr>
          <a:xfrm>
            <a:off x="3044952" y="3017520"/>
            <a:ext cx="1691640" cy="731520"/>
          </a:xfrm>
          <a:prstGeom prst="rect">
            <a:avLst/>
          </a:prstGeom>
          <a:noFill/>
          <a:ln/>
        </p:spPr>
        <p:txBody>
          <a:bodyPr wrap="square" lIns="0" tIns="0" rIns="0" bIns="0" rtlCol="0" anchor="t"/>
          <a:lstStyle/>
          <a:p>
            <a:pPr indent="0" marL="0">
              <a:buNone/>
            </a:pPr>
            <a:r>
              <a:rPr lang="en-US" sz="1300" dirty="0">
                <a:solidFill>
                  <a:srgbClr val="5B6B7B"/>
                </a:solidFill>
                <a:latin typeface="Arial" pitchFamily="34" charset="0"/>
                <a:ea typeface="Arial" pitchFamily="34" charset="-122"/>
                <a:cs typeface="Arial" pitchFamily="34" charset="-120"/>
              </a:rPr>
              <a:t>Lakás-, gépjármű-, személybiztosítás</a:t>
            </a:r>
            <a:endParaRPr lang="en-US" sz="1300" dirty="0"/>
          </a:p>
        </p:txBody>
      </p:sp>
      <p:sp>
        <p:nvSpPr>
          <p:cNvPr id="14" name="ac2_bg"/>
          <p:cNvSpPr/>
          <p:nvPr/>
        </p:nvSpPr>
        <p:spPr>
          <a:xfrm>
            <a:off x="5084064" y="1463040"/>
            <a:ext cx="2057400" cy="2423160"/>
          </a:xfrm>
          <a:prstGeom prst="roundRect">
            <a:avLst>
              <a:gd name="adj" fmla="val 5333"/>
            </a:avLst>
          </a:prstGeom>
          <a:solidFill>
            <a:srgbClr val="EEF5FA"/>
          </a:solidFill>
          <a:ln/>
        </p:spPr>
      </p:sp>
      <p:sp>
        <p:nvSpPr>
          <p:cNvPr id="15" name="ac2_circ"/>
          <p:cNvSpPr/>
          <p:nvPr/>
        </p:nvSpPr>
        <p:spPr>
          <a:xfrm>
            <a:off x="5312664" y="1691640"/>
            <a:ext cx="731520" cy="731520"/>
          </a:xfrm>
          <a:prstGeom prst="ellipse">
            <a:avLst/>
          </a:prstGeom>
          <a:solidFill>
            <a:srgbClr val="003366"/>
          </a:solidFill>
          <a:ln/>
        </p:spPr>
      </p:sp>
      <p:pic>
        <p:nvPicPr>
          <p:cNvPr id="16" name="ac2_ico" descr="preencoded.png">    </p:cNvPr>
          <p:cNvPicPr>
            <a:picLocks noChangeAspect="1"/>
          </p:cNvPicPr>
          <p:nvPr/>
        </p:nvPicPr>
        <p:blipFill>
          <a:blip r:embed="rId3"/>
          <a:stretch>
            <a:fillRect/>
          </a:stretch>
        </p:blipFill>
        <p:spPr>
          <a:xfrm>
            <a:off x="5495544" y="1874520"/>
            <a:ext cx="365760" cy="365760"/>
          </a:xfrm>
          <a:prstGeom prst="rect">
            <a:avLst/>
          </a:prstGeom>
        </p:spPr>
      </p:pic>
      <p:sp>
        <p:nvSpPr>
          <p:cNvPr id="17" name="ac2_t"/>
          <p:cNvSpPr txBox="1"/>
          <p:nvPr/>
        </p:nvSpPr>
        <p:spPr>
          <a:xfrm>
            <a:off x="5312664" y="2606040"/>
            <a:ext cx="1691640" cy="411480"/>
          </a:xfrm>
          <a:prstGeom prst="rect">
            <a:avLst/>
          </a:prstGeom>
          <a:noFill/>
          <a:ln/>
        </p:spPr>
        <p:txBody>
          <a:bodyPr wrap="square" lIns="0" tIns="0" rIns="0" bIns="0" rtlCol="0" anchor="ctr"/>
          <a:lstStyle/>
          <a:p>
            <a:pPr indent="0" marL="0">
              <a:buNone/>
            </a:pPr>
            <a:r>
              <a:rPr lang="en-US" sz="1900" b="1" dirty="0">
                <a:solidFill>
                  <a:srgbClr val="003366"/>
                </a:solidFill>
                <a:latin typeface="Arial" pitchFamily="34" charset="0"/>
                <a:ea typeface="Arial" pitchFamily="34" charset="-122"/>
                <a:cs typeface="Arial" pitchFamily="34" charset="-120"/>
              </a:rPr>
              <a:t>Lakástakarék</a:t>
            </a:r>
            <a:endParaRPr lang="en-US" sz="1900" dirty="0"/>
          </a:p>
        </p:txBody>
      </p:sp>
      <p:sp>
        <p:nvSpPr>
          <p:cNvPr id="18" name="ac2_s"/>
          <p:cNvSpPr txBox="1"/>
          <p:nvPr/>
        </p:nvSpPr>
        <p:spPr>
          <a:xfrm>
            <a:off x="5312664" y="3017520"/>
            <a:ext cx="1691640" cy="731520"/>
          </a:xfrm>
          <a:prstGeom prst="rect">
            <a:avLst/>
          </a:prstGeom>
          <a:noFill/>
          <a:ln/>
        </p:spPr>
        <p:txBody>
          <a:bodyPr wrap="square" lIns="0" tIns="0" rIns="0" bIns="0" rtlCol="0" anchor="t"/>
          <a:lstStyle/>
          <a:p>
            <a:pPr indent="0" marL="0">
              <a:buNone/>
            </a:pPr>
            <a:r>
              <a:rPr lang="en-US" sz="1300" dirty="0">
                <a:solidFill>
                  <a:srgbClr val="5B6B7B"/>
                </a:solidFill>
                <a:latin typeface="Arial" pitchFamily="34" charset="0"/>
                <a:ea typeface="Arial" pitchFamily="34" charset="-122"/>
                <a:cs typeface="Arial" pitchFamily="34" charset="-120"/>
              </a:rPr>
              <a:t>Lakástakarék-pénztári szerződések</a:t>
            </a:r>
            <a:endParaRPr lang="en-US" sz="1300" dirty="0"/>
          </a:p>
        </p:txBody>
      </p:sp>
      <p:sp>
        <p:nvSpPr>
          <p:cNvPr id="19" name="ac3_bg"/>
          <p:cNvSpPr/>
          <p:nvPr/>
        </p:nvSpPr>
        <p:spPr>
          <a:xfrm>
            <a:off x="7351776" y="1463040"/>
            <a:ext cx="2057400" cy="2423160"/>
          </a:xfrm>
          <a:prstGeom prst="roundRect">
            <a:avLst>
              <a:gd name="adj" fmla="val 5333"/>
            </a:avLst>
          </a:prstGeom>
          <a:solidFill>
            <a:srgbClr val="EEF5FA"/>
          </a:solidFill>
          <a:ln/>
        </p:spPr>
      </p:sp>
      <p:sp>
        <p:nvSpPr>
          <p:cNvPr id="20" name="ac3_circ"/>
          <p:cNvSpPr/>
          <p:nvPr/>
        </p:nvSpPr>
        <p:spPr>
          <a:xfrm>
            <a:off x="7580376" y="1691640"/>
            <a:ext cx="731520" cy="731520"/>
          </a:xfrm>
          <a:prstGeom prst="ellipse">
            <a:avLst/>
          </a:prstGeom>
          <a:solidFill>
            <a:srgbClr val="003366"/>
          </a:solidFill>
          <a:ln/>
        </p:spPr>
      </p:sp>
      <p:pic>
        <p:nvPicPr>
          <p:cNvPr id="21" name="ac3_ico" descr="preencoded.png">    </p:cNvPr>
          <p:cNvPicPr>
            <a:picLocks noChangeAspect="1"/>
          </p:cNvPicPr>
          <p:nvPr/>
        </p:nvPicPr>
        <p:blipFill>
          <a:blip r:embed="rId4"/>
          <a:stretch>
            <a:fillRect/>
          </a:stretch>
        </p:blipFill>
        <p:spPr>
          <a:xfrm>
            <a:off x="7763256" y="1874520"/>
            <a:ext cx="365760" cy="365760"/>
          </a:xfrm>
          <a:prstGeom prst="rect">
            <a:avLst/>
          </a:prstGeom>
        </p:spPr>
      </p:pic>
      <p:sp>
        <p:nvSpPr>
          <p:cNvPr id="22" name="ac3_t"/>
          <p:cNvSpPr txBox="1"/>
          <p:nvPr/>
        </p:nvSpPr>
        <p:spPr>
          <a:xfrm>
            <a:off x="7580376" y="2606040"/>
            <a:ext cx="1691640" cy="411480"/>
          </a:xfrm>
          <a:prstGeom prst="rect">
            <a:avLst/>
          </a:prstGeom>
          <a:noFill/>
          <a:ln/>
        </p:spPr>
        <p:txBody>
          <a:bodyPr wrap="square" lIns="0" tIns="0" rIns="0" bIns="0" rtlCol="0" anchor="ctr"/>
          <a:lstStyle/>
          <a:p>
            <a:pPr indent="0" marL="0">
              <a:buNone/>
            </a:pPr>
            <a:r>
              <a:rPr lang="en-US" sz="1900" b="1" dirty="0">
                <a:solidFill>
                  <a:srgbClr val="003366"/>
                </a:solidFill>
                <a:latin typeface="Arial" pitchFamily="34" charset="0"/>
                <a:ea typeface="Arial" pitchFamily="34" charset="-122"/>
                <a:cs typeface="Arial" pitchFamily="34" charset="-120"/>
              </a:rPr>
              <a:t>Befektetések</a:t>
            </a:r>
            <a:endParaRPr lang="en-US" sz="1900" dirty="0"/>
          </a:p>
        </p:txBody>
      </p:sp>
      <p:sp>
        <p:nvSpPr>
          <p:cNvPr id="23" name="ac3_s"/>
          <p:cNvSpPr txBox="1"/>
          <p:nvPr/>
        </p:nvSpPr>
        <p:spPr>
          <a:xfrm>
            <a:off x="7580376" y="3017520"/>
            <a:ext cx="1691640" cy="731520"/>
          </a:xfrm>
          <a:prstGeom prst="rect">
            <a:avLst/>
          </a:prstGeom>
          <a:noFill/>
          <a:ln/>
        </p:spPr>
        <p:txBody>
          <a:bodyPr wrap="square" lIns="0" tIns="0" rIns="0" bIns="0" rtlCol="0" anchor="t"/>
          <a:lstStyle/>
          <a:p>
            <a:pPr indent="0" marL="0">
              <a:buNone/>
            </a:pPr>
            <a:r>
              <a:rPr lang="en-US" sz="1300" dirty="0">
                <a:solidFill>
                  <a:srgbClr val="5B6B7B"/>
                </a:solidFill>
                <a:latin typeface="Arial" pitchFamily="34" charset="0"/>
                <a:ea typeface="Arial" pitchFamily="34" charset="-122"/>
                <a:cs typeface="Arial" pitchFamily="34" charset="-120"/>
              </a:rPr>
              <a:t>Nyugdíj- és gyermek-megtakarítások</a:t>
            </a:r>
            <a:endParaRPr lang="en-US" sz="1300" dirty="0"/>
          </a:p>
        </p:txBody>
      </p:sp>
      <p:sp>
        <p:nvSpPr>
          <p:cNvPr id="24" name="ac4_bg"/>
          <p:cNvSpPr/>
          <p:nvPr/>
        </p:nvSpPr>
        <p:spPr>
          <a:xfrm>
            <a:off x="9619488" y="1463040"/>
            <a:ext cx="2057400" cy="2423160"/>
          </a:xfrm>
          <a:prstGeom prst="roundRect">
            <a:avLst>
              <a:gd name="adj" fmla="val 5333"/>
            </a:avLst>
          </a:prstGeom>
          <a:solidFill>
            <a:srgbClr val="EEF5FA"/>
          </a:solidFill>
          <a:ln/>
        </p:spPr>
      </p:sp>
      <p:sp>
        <p:nvSpPr>
          <p:cNvPr id="25" name="ac4_circ"/>
          <p:cNvSpPr/>
          <p:nvPr/>
        </p:nvSpPr>
        <p:spPr>
          <a:xfrm>
            <a:off x="9848088" y="1691640"/>
            <a:ext cx="731520" cy="731520"/>
          </a:xfrm>
          <a:prstGeom prst="ellipse">
            <a:avLst/>
          </a:prstGeom>
          <a:solidFill>
            <a:srgbClr val="003366"/>
          </a:solidFill>
          <a:ln/>
        </p:spPr>
      </p:sp>
      <p:pic>
        <p:nvPicPr>
          <p:cNvPr id="26" name="ac4_ico" descr="preencoded.png">    </p:cNvPr>
          <p:cNvPicPr>
            <a:picLocks noChangeAspect="1"/>
          </p:cNvPicPr>
          <p:nvPr/>
        </p:nvPicPr>
        <p:blipFill>
          <a:blip r:embed="rId5"/>
          <a:stretch>
            <a:fillRect/>
          </a:stretch>
        </p:blipFill>
        <p:spPr>
          <a:xfrm>
            <a:off x="10030968" y="1874520"/>
            <a:ext cx="365760" cy="365760"/>
          </a:xfrm>
          <a:prstGeom prst="rect">
            <a:avLst/>
          </a:prstGeom>
        </p:spPr>
      </p:pic>
      <p:sp>
        <p:nvSpPr>
          <p:cNvPr id="27" name="ac4_t"/>
          <p:cNvSpPr txBox="1"/>
          <p:nvPr/>
        </p:nvSpPr>
        <p:spPr>
          <a:xfrm>
            <a:off x="9848088" y="2606040"/>
            <a:ext cx="1691640" cy="411480"/>
          </a:xfrm>
          <a:prstGeom prst="rect">
            <a:avLst/>
          </a:prstGeom>
          <a:noFill/>
          <a:ln/>
        </p:spPr>
        <p:txBody>
          <a:bodyPr wrap="square" lIns="0" tIns="0" rIns="0" bIns="0" rtlCol="0" anchor="ctr"/>
          <a:lstStyle/>
          <a:p>
            <a:pPr indent="0" marL="0">
              <a:buNone/>
            </a:pPr>
            <a:r>
              <a:rPr lang="en-US" sz="1900" b="1" dirty="0">
                <a:solidFill>
                  <a:srgbClr val="003366"/>
                </a:solidFill>
                <a:latin typeface="Arial" pitchFamily="34" charset="0"/>
                <a:ea typeface="Arial" pitchFamily="34" charset="-122"/>
                <a:cs typeface="Arial" pitchFamily="34" charset="-120"/>
              </a:rPr>
              <a:t>Állam</a:t>
            </a:r>
            <a:endParaRPr lang="en-US" sz="1900" dirty="0"/>
          </a:p>
        </p:txBody>
      </p:sp>
      <p:sp>
        <p:nvSpPr>
          <p:cNvPr id="28" name="ac4_s"/>
          <p:cNvSpPr txBox="1"/>
          <p:nvPr/>
        </p:nvSpPr>
        <p:spPr>
          <a:xfrm>
            <a:off x="9848088" y="3017520"/>
            <a:ext cx="1691640" cy="731520"/>
          </a:xfrm>
          <a:prstGeom prst="rect">
            <a:avLst/>
          </a:prstGeom>
          <a:noFill/>
          <a:ln/>
        </p:spPr>
        <p:txBody>
          <a:bodyPr wrap="square" lIns="0" tIns="0" rIns="0" bIns="0" rtlCol="0" anchor="t"/>
          <a:lstStyle/>
          <a:p>
            <a:pPr indent="0" marL="0">
              <a:buNone/>
            </a:pPr>
            <a:r>
              <a:rPr lang="en-US" sz="1300" dirty="0">
                <a:solidFill>
                  <a:srgbClr val="5B6B7B"/>
                </a:solidFill>
                <a:latin typeface="Arial" pitchFamily="34" charset="0"/>
                <a:ea typeface="Arial" pitchFamily="34" charset="-122"/>
                <a:cs typeface="Arial" pitchFamily="34" charset="-120"/>
              </a:rPr>
              <a:t>Állami támogatások és adókedvezmények</a:t>
            </a:r>
            <a:endParaRPr lang="en-US" sz="1300" dirty="0"/>
          </a:p>
        </p:txBody>
      </p:sp>
      <p:sp>
        <p:nvSpPr>
          <p:cNvPr id="29" name="co0_bg"/>
          <p:cNvSpPr/>
          <p:nvPr/>
        </p:nvSpPr>
        <p:spPr>
          <a:xfrm>
            <a:off x="548640" y="4069080"/>
            <a:ext cx="2057400" cy="1188720"/>
          </a:xfrm>
          <a:prstGeom prst="roundRect">
            <a:avLst>
              <a:gd name="adj" fmla="val 7692"/>
            </a:avLst>
          </a:prstGeom>
          <a:solidFill>
            <a:srgbClr val="FFFFFF"/>
          </a:solidFill>
          <a:ln w="15875">
            <a:solidFill>
              <a:srgbClr val="00B7E5"/>
            </a:solidFill>
            <a:prstDash val="solid"/>
          </a:ln>
        </p:spPr>
      </p:sp>
      <p:sp>
        <p:nvSpPr>
          <p:cNvPr id="30" name="co0_t"/>
          <p:cNvSpPr txBox="1"/>
          <p:nvPr/>
        </p:nvSpPr>
        <p:spPr>
          <a:xfrm>
            <a:off x="713232" y="4160520"/>
            <a:ext cx="1737360" cy="1005840"/>
          </a:xfrm>
          <a:prstGeom prst="rect">
            <a:avLst/>
          </a:prstGeom>
          <a:noFill/>
          <a:ln/>
        </p:spPr>
        <p:txBody>
          <a:bodyPr wrap="square" lIns="0" tIns="0" rIns="0" bIns="0" rtlCol="0" anchor="t"/>
          <a:lstStyle/>
          <a:p>
            <a:pPr indent="0" marL="0">
              <a:spcAft>
                <a:spcPts val="300"/>
              </a:spcAft>
              <a:buNone/>
            </a:pPr>
            <a:r>
              <a:rPr lang="en-US" sz="1300" b="1" dirty="0">
                <a:solidFill>
                  <a:srgbClr val="00B7E5"/>
                </a:solidFill>
                <a:latin typeface="Arial" pitchFamily="34" charset="0"/>
                <a:ea typeface="Arial" pitchFamily="34" charset="-122"/>
                <a:cs typeface="Arial" pitchFamily="34" charset="-120"/>
              </a:rPr>
              <a:t>Ügyintéző</a:t>
            </a:r>
            <a:endParaRPr lang="en-US" sz="1300" dirty="0"/>
          </a:p>
          <a:p>
            <a:pPr indent="0" marL="0">
              <a:spcAft>
                <a:spcPts val="300"/>
              </a:spcAft>
              <a:buNone/>
            </a:pPr>
            <a:r>
              <a:rPr lang="en-US" sz="1300" dirty="0">
                <a:solidFill>
                  <a:srgbClr val="1A2733"/>
                </a:solidFill>
                <a:latin typeface="Arial" pitchFamily="34" charset="0"/>
                <a:ea typeface="Arial" pitchFamily="34" charset="-122"/>
                <a:cs typeface="Arial" pitchFamily="34" charset="-120"/>
              </a:rPr>
              <a:t>Csak a saját cége termékeit képviseli</a:t>
            </a:r>
            <a:endParaRPr lang="en-US" sz="1300" dirty="0"/>
          </a:p>
        </p:txBody>
      </p:sp>
      <p:sp>
        <p:nvSpPr>
          <p:cNvPr id="31" name="co1_bg"/>
          <p:cNvSpPr/>
          <p:nvPr/>
        </p:nvSpPr>
        <p:spPr>
          <a:xfrm>
            <a:off x="2816352" y="4069080"/>
            <a:ext cx="2057400" cy="1188720"/>
          </a:xfrm>
          <a:prstGeom prst="roundRect">
            <a:avLst>
              <a:gd name="adj" fmla="val 7692"/>
            </a:avLst>
          </a:prstGeom>
          <a:solidFill>
            <a:srgbClr val="FFFFFF"/>
          </a:solidFill>
          <a:ln w="15875">
            <a:solidFill>
              <a:srgbClr val="00B7E5"/>
            </a:solidFill>
            <a:prstDash val="solid"/>
          </a:ln>
        </p:spPr>
      </p:sp>
      <p:sp>
        <p:nvSpPr>
          <p:cNvPr id="32" name="co1_t"/>
          <p:cNvSpPr txBox="1"/>
          <p:nvPr/>
        </p:nvSpPr>
        <p:spPr>
          <a:xfrm>
            <a:off x="2980944" y="4160520"/>
            <a:ext cx="1737360" cy="1005840"/>
          </a:xfrm>
          <a:prstGeom prst="rect">
            <a:avLst/>
          </a:prstGeom>
          <a:noFill/>
          <a:ln/>
        </p:spPr>
        <p:txBody>
          <a:bodyPr wrap="square" lIns="0" tIns="0" rIns="0" bIns="0" rtlCol="0" anchor="t"/>
          <a:lstStyle/>
          <a:p>
            <a:pPr indent="0" marL="0">
              <a:spcAft>
                <a:spcPts val="300"/>
              </a:spcAft>
              <a:buNone/>
            </a:pPr>
            <a:r>
              <a:rPr lang="en-US" sz="1300" b="1" dirty="0">
                <a:solidFill>
                  <a:srgbClr val="00B7E5"/>
                </a:solidFill>
                <a:latin typeface="Arial" pitchFamily="34" charset="0"/>
                <a:ea typeface="Arial" pitchFamily="34" charset="-122"/>
                <a:cs typeface="Arial" pitchFamily="34" charset="-120"/>
              </a:rPr>
              <a:t>Bróker</a:t>
            </a:r>
            <a:endParaRPr lang="en-US" sz="1300" dirty="0"/>
          </a:p>
          <a:p>
            <a:pPr indent="0" marL="0">
              <a:spcAft>
                <a:spcPts val="300"/>
              </a:spcAft>
              <a:buNone/>
            </a:pPr>
            <a:r>
              <a:rPr lang="en-US" sz="1300" dirty="0">
                <a:solidFill>
                  <a:srgbClr val="1A2733"/>
                </a:solidFill>
                <a:latin typeface="Arial" pitchFamily="34" charset="0"/>
                <a:ea typeface="Arial" pitchFamily="34" charset="-122"/>
                <a:cs typeface="Arial" pitchFamily="34" charset="-120"/>
              </a:rPr>
              <a:t>2–3 céggel áll kapcsolatban, egy adott területen belül</a:t>
            </a:r>
            <a:endParaRPr lang="en-US" sz="1300" dirty="0"/>
          </a:p>
        </p:txBody>
      </p:sp>
      <p:sp>
        <p:nvSpPr>
          <p:cNvPr id="33" name="af_bg"/>
          <p:cNvSpPr/>
          <p:nvPr/>
        </p:nvSpPr>
        <p:spPr>
          <a:xfrm>
            <a:off x="548640" y="5486400"/>
            <a:ext cx="11091672" cy="868680"/>
          </a:xfrm>
          <a:prstGeom prst="roundRect">
            <a:avLst>
              <a:gd name="adj" fmla="val 12632"/>
            </a:avLst>
          </a:prstGeom>
          <a:solidFill>
            <a:srgbClr val="003366"/>
          </a:solidFill>
          <a:ln/>
          <a:effectLst>
            <a:outerShdw sx="100000" sy="100000" kx="0" ky="0" algn="bl" rotWithShape="0" blurRad="152400" dist="38100" dir="5400000">
              <a:srgbClr val="0B2A4A">
                <a:alpha val="14000"/>
              </a:srgbClr>
            </a:outerShdw>
          </a:effectLst>
        </p:spPr>
      </p:sp>
      <p:pic>
        <p:nvPicPr>
          <p:cNvPr id="34" name="af_ico" descr="preencoded.png">    </p:cNvPr>
          <p:cNvPicPr>
            <a:picLocks noChangeAspect="1"/>
          </p:cNvPicPr>
          <p:nvPr/>
        </p:nvPicPr>
        <p:blipFill>
          <a:blip r:embed="rId6"/>
          <a:stretch>
            <a:fillRect/>
          </a:stretch>
        </p:blipFill>
        <p:spPr>
          <a:xfrm>
            <a:off x="822960" y="5705856"/>
            <a:ext cx="429768" cy="429768"/>
          </a:xfrm>
          <a:prstGeom prst="rect">
            <a:avLst/>
          </a:prstGeom>
        </p:spPr>
      </p:pic>
      <p:sp>
        <p:nvSpPr>
          <p:cNvPr id="35" name="af_t"/>
          <p:cNvSpPr txBox="1"/>
          <p:nvPr/>
        </p:nvSpPr>
        <p:spPr>
          <a:xfrm>
            <a:off x="1463040" y="5486400"/>
            <a:ext cx="9966960" cy="8686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Mi szolgáltatásunk: Allfinanz</a:t>
            </a:r>
            <a:pPr indent="0" marL="0">
              <a:buNone/>
            </a:pPr>
            <a:r>
              <a:rPr lang="en-US" sz="1600" dirty="0">
                <a:solidFill>
                  <a:srgbClr val="BFE9F8"/>
                </a:solidFill>
                <a:latin typeface="Arial" pitchFamily="34" charset="0"/>
                <a:ea typeface="Arial" pitchFamily="34" charset="-122"/>
                <a:cs typeface="Arial" pitchFamily="34" charset="-120"/>
              </a:rPr>
              <a:t>   minden terület, egy szakértőn keresztül</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 fill="hold">
                      <p:stCondLst>
                        <p:cond delay="indefinite"/>
                      </p:stCondLst>
                      <p:childTnLst>
                        <p:par>
                          <p:cTn id="2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50"/>
                                        <p:tgtEl>
                                          <p:spTgt spid="4"/>
                                        </p:tgtEl>
                                      </p:cBhvr>
                                    </p:animEffect>
                                    <p:anim calcmode="lin" valueType="num">
                                      <p:cBhvr>
                                        <p:cTn id="6" dur="550" decel="100000" fill="hold"/>
                                        <p:tgtEl>
                                          <p:spTgt spid="4"/>
                                        </p:tgtEl>
                                        <p:attrNameLst>
                                          <p:attrName>ppt_x</p:attrName>
                                        </p:attrNameLst>
                                      </p:cBhvr>
                                      <p:tavLst>
                                        <p:tav tm="0">
                                          <p:val>
                                            <p:strVal val="#ppt_x"/>
                                          </p:val>
                                        </p:tav>
                                        <p:tav tm="100000">
                                          <p:val>
                                            <p:strVal val="#ppt_x"/>
                                          </p:val>
                                        </p:tav>
                                      </p:tavLst>
                                    </p:anim>
                                    <p:anim calcmode="lin" valueType="num">
                                      <p:cBhvr>
                                        <p:cTn id="7" dur="550" decel="100000" fill="hold"/>
                                        <p:tgtEl>
                                          <p:spTgt spid="4"/>
                                        </p:tgtEl>
                                        <p:attrNameLst>
                                          <p:attrName>ppt_y</p:attrName>
                                        </p:attrNameLst>
                                      </p:cBhvr>
                                      <p:tavLst>
                                        <p:tav tm="0">
                                          <p:val>
                                            <p:strVal val="#ppt_y+.04"/>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p:cTn id="11" dur="550" decel="100000" fill="hold"/>
                                        <p:tgtEl>
                                          <p:spTgt spid="5"/>
                                        </p:tgtEl>
                                        <p:attrNameLst>
                                          <p:attrName>ppt_x</p:attrName>
                                        </p:attrNameLst>
                                      </p:cBhvr>
                                      <p:tavLst>
                                        <p:tav tm="0">
                                          <p:val>
                                            <p:strVal val="#ppt_x"/>
                                          </p:val>
                                        </p:tav>
                                        <p:tav tm="100000">
                                          <p:val>
                                            <p:strVal val="#ppt_x"/>
                                          </p:val>
                                        </p:tav>
                                      </p:tavLst>
                                    </p:anim>
                                    <p:anim calcmode="lin" valueType="num">
                                      <p:cBhvr>
                                        <p:cTn id="12" dur="550" decel="100000" fill="hold"/>
                                        <p:tgtEl>
                                          <p:spTgt spid="5"/>
                                        </p:tgtEl>
                                        <p:attrNameLst>
                                          <p:attrName>ppt_y</p:attrName>
                                        </p:attrNameLst>
                                      </p:cBhvr>
                                      <p:tavLst>
                                        <p:tav tm="0">
                                          <p:val>
                                            <p:strVal val="#ppt_y+.04"/>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50"/>
                                        <p:tgtEl>
                                          <p:spTgt spid="6"/>
                                        </p:tgtEl>
                                      </p:cBhvr>
                                    </p:animEffect>
                                    <p:anim calcmode="lin" valueType="num">
                                      <p:cBhvr>
                                        <p:cTn id="16" dur="550" decel="100000" fill="hold"/>
                                        <p:tgtEl>
                                          <p:spTgt spid="6"/>
                                        </p:tgtEl>
                                        <p:attrNameLst>
                                          <p:attrName>ppt_x</p:attrName>
                                        </p:attrNameLst>
                                      </p:cBhvr>
                                      <p:tavLst>
                                        <p:tav tm="0">
                                          <p:val>
                                            <p:strVal val="#ppt_x"/>
                                          </p:val>
                                        </p:tav>
                                        <p:tav tm="100000">
                                          <p:val>
                                            <p:strVal val="#ppt_x"/>
                                          </p:val>
                                        </p:tav>
                                      </p:tavLst>
                                    </p:anim>
                                    <p:anim calcmode="lin" valueType="num">
                                      <p:cBhvr>
                                        <p:cTn id="17" dur="550" decel="100000" fill="hold"/>
                                        <p:tgtEl>
                                          <p:spTgt spid="6"/>
                                        </p:tgtEl>
                                        <p:attrNameLst>
                                          <p:attrName>ppt_y</p:attrName>
                                        </p:attrNameLst>
                                      </p:cBhvr>
                                      <p:tavLst>
                                        <p:tav tm="0">
                                          <p:val>
                                            <p:strVal val="#ppt_y+.04"/>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50"/>
                                        <p:tgtEl>
                                          <p:spTgt spid="7"/>
                                        </p:tgtEl>
                                      </p:cBhvr>
                                    </p:animEffect>
                                    <p:anim calcmode="lin" valueType="num">
                                      <p:cBhvr>
                                        <p:cTn id="21" dur="550" decel="100000" fill="hold"/>
                                        <p:tgtEl>
                                          <p:spTgt spid="7"/>
                                        </p:tgtEl>
                                        <p:attrNameLst>
                                          <p:attrName>ppt_x</p:attrName>
                                        </p:attrNameLst>
                                      </p:cBhvr>
                                      <p:tavLst>
                                        <p:tav tm="0">
                                          <p:val>
                                            <p:strVal val="#ppt_x"/>
                                          </p:val>
                                        </p:tav>
                                        <p:tav tm="100000">
                                          <p:val>
                                            <p:strVal val="#ppt_x"/>
                                          </p:val>
                                        </p:tav>
                                      </p:tavLst>
                                    </p:anim>
                                    <p:anim calcmode="lin" valueType="num">
                                      <p:cBhvr>
                                        <p:cTn id="22" dur="550" decel="100000" fill="hold"/>
                                        <p:tgtEl>
                                          <p:spTgt spid="7"/>
                                        </p:tgtEl>
                                        <p:attrNameLst>
                                          <p:attrName>ppt_y</p:attrName>
                                        </p:attrNameLst>
                                      </p:cBhvr>
                                      <p:tavLst>
                                        <p:tav tm="0">
                                          <p:val>
                                            <p:strVal val="#ppt_y+.04"/>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50"/>
                                        <p:tgtEl>
                                          <p:spTgt spid="8"/>
                                        </p:tgtEl>
                                      </p:cBhvr>
                                    </p:animEffect>
                                    <p:anim calcmode="lin" valueType="num">
                                      <p:cBhvr>
                                        <p:cTn id="26" dur="550" decel="100000" fill="hold"/>
                                        <p:tgtEl>
                                          <p:spTgt spid="8"/>
                                        </p:tgtEl>
                                        <p:attrNameLst>
                                          <p:attrName>ppt_x</p:attrName>
                                        </p:attrNameLst>
                                      </p:cBhvr>
                                      <p:tavLst>
                                        <p:tav tm="0">
                                          <p:val>
                                            <p:strVal val="#ppt_x"/>
                                          </p:val>
                                        </p:tav>
                                        <p:tav tm="100000">
                                          <p:val>
                                            <p:strVal val="#ppt_x"/>
                                          </p:val>
                                        </p:tav>
                                      </p:tavLst>
                                    </p:anim>
                                    <p:anim calcmode="lin" valueType="num">
                                      <p:cBhvr>
                                        <p:cTn id="27" dur="550" decel="100000" fill="hold"/>
                                        <p:tgtEl>
                                          <p:spTgt spid="8"/>
                                        </p:tgtEl>
                                        <p:attrNameLst>
                                          <p:attrName>ppt_y</p:attrName>
                                        </p:attrNameLst>
                                      </p:cBhvr>
                                      <p:tavLst>
                                        <p:tav tm="0">
                                          <p:val>
                                            <p:strVal val="#ppt_y+.04"/>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50"/>
                                        <p:tgtEl>
                                          <p:spTgt spid="29"/>
                                        </p:tgtEl>
                                      </p:cBhvr>
                                    </p:animEffect>
                                    <p:anim calcmode="lin" valueType="num">
                                      <p:cBhvr>
                                        <p:cTn id="33" dur="550" decel="100000" fill="hold"/>
                                        <p:tgtEl>
                                          <p:spTgt spid="29"/>
                                        </p:tgtEl>
                                        <p:attrNameLst>
                                          <p:attrName>ppt_x</p:attrName>
                                        </p:attrNameLst>
                                      </p:cBhvr>
                                      <p:tavLst>
                                        <p:tav tm="0">
                                          <p:val>
                                            <p:strVal val="#ppt_x"/>
                                          </p:val>
                                        </p:tav>
                                        <p:tav tm="100000">
                                          <p:val>
                                            <p:strVal val="#ppt_x"/>
                                          </p:val>
                                        </p:tav>
                                      </p:tavLst>
                                    </p:anim>
                                    <p:anim calcmode="lin" valueType="num">
                                      <p:cBhvr>
                                        <p:cTn id="34" dur="550" decel="100000" fill="hold"/>
                                        <p:tgtEl>
                                          <p:spTgt spid="29"/>
                                        </p:tgtEl>
                                        <p:attrNameLst>
                                          <p:attrName>ppt_y</p:attrName>
                                        </p:attrNameLst>
                                      </p:cBhvr>
                                      <p:tavLst>
                                        <p:tav tm="0">
                                          <p:val>
                                            <p:strVal val="#ppt_y+.04"/>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50"/>
                                        <p:tgtEl>
                                          <p:spTgt spid="30"/>
                                        </p:tgtEl>
                                      </p:cBhvr>
                                    </p:animEffect>
                                    <p:anim calcmode="lin" valueType="num">
                                      <p:cBhvr>
                                        <p:cTn id="38" dur="550" decel="100000" fill="hold"/>
                                        <p:tgtEl>
                                          <p:spTgt spid="30"/>
                                        </p:tgtEl>
                                        <p:attrNameLst>
                                          <p:attrName>ppt_x</p:attrName>
                                        </p:attrNameLst>
                                      </p:cBhvr>
                                      <p:tavLst>
                                        <p:tav tm="0">
                                          <p:val>
                                            <p:strVal val="#ppt_x"/>
                                          </p:val>
                                        </p:tav>
                                        <p:tav tm="100000">
                                          <p:val>
                                            <p:strVal val="#ppt_x"/>
                                          </p:val>
                                        </p:tav>
                                      </p:tavLst>
                                    </p:anim>
                                    <p:anim calcmode="lin" valueType="num">
                                      <p:cBhvr>
                                        <p:cTn id="39" dur="550" decel="100000" fill="hold"/>
                                        <p:tgtEl>
                                          <p:spTgt spid="30"/>
                                        </p:tgtEl>
                                        <p:attrNameLst>
                                          <p:attrName>ppt_y</p:attrName>
                                        </p:attrNameLst>
                                      </p:cBhvr>
                                      <p:tavLst>
                                        <p:tav tm="0">
                                          <p:val>
                                            <p:strVal val="#ppt_y+.04"/>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50"/>
                                        <p:tgtEl>
                                          <p:spTgt spid="9"/>
                                        </p:tgtEl>
                                      </p:cBhvr>
                                    </p:animEffect>
                                    <p:anim calcmode="lin" valueType="num">
                                      <p:cBhvr>
                                        <p:cTn id="45" dur="550" decel="100000" fill="hold"/>
                                        <p:tgtEl>
                                          <p:spTgt spid="9"/>
                                        </p:tgtEl>
                                        <p:attrNameLst>
                                          <p:attrName>ppt_x</p:attrName>
                                        </p:attrNameLst>
                                      </p:cBhvr>
                                      <p:tavLst>
                                        <p:tav tm="0">
                                          <p:val>
                                            <p:strVal val="#ppt_x"/>
                                          </p:val>
                                        </p:tav>
                                        <p:tav tm="100000">
                                          <p:val>
                                            <p:strVal val="#ppt_x"/>
                                          </p:val>
                                        </p:tav>
                                      </p:tavLst>
                                    </p:anim>
                                    <p:anim calcmode="lin" valueType="num">
                                      <p:cBhvr>
                                        <p:cTn id="46" dur="550" decel="100000" fill="hold"/>
                                        <p:tgtEl>
                                          <p:spTgt spid="9"/>
                                        </p:tgtEl>
                                        <p:attrNameLst>
                                          <p:attrName>ppt_y</p:attrName>
                                        </p:attrNameLst>
                                      </p:cBhvr>
                                      <p:tavLst>
                                        <p:tav tm="0">
                                          <p:val>
                                            <p:strVal val="#ppt_y+.04"/>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50"/>
                                        <p:tgtEl>
                                          <p:spTgt spid="10"/>
                                        </p:tgtEl>
                                      </p:cBhvr>
                                    </p:animEffect>
                                    <p:anim calcmode="lin" valueType="num">
                                      <p:cBhvr>
                                        <p:cTn id="50" dur="550" decel="100000" fill="hold"/>
                                        <p:tgtEl>
                                          <p:spTgt spid="10"/>
                                        </p:tgtEl>
                                        <p:attrNameLst>
                                          <p:attrName>ppt_x</p:attrName>
                                        </p:attrNameLst>
                                      </p:cBhvr>
                                      <p:tavLst>
                                        <p:tav tm="0">
                                          <p:val>
                                            <p:strVal val="#ppt_x"/>
                                          </p:val>
                                        </p:tav>
                                        <p:tav tm="100000">
                                          <p:val>
                                            <p:strVal val="#ppt_x"/>
                                          </p:val>
                                        </p:tav>
                                      </p:tavLst>
                                    </p:anim>
                                    <p:anim calcmode="lin" valueType="num">
                                      <p:cBhvr>
                                        <p:cTn id="51" dur="550" decel="100000" fill="hold"/>
                                        <p:tgtEl>
                                          <p:spTgt spid="10"/>
                                        </p:tgtEl>
                                        <p:attrNameLst>
                                          <p:attrName>ppt_y</p:attrName>
                                        </p:attrNameLst>
                                      </p:cBhvr>
                                      <p:tavLst>
                                        <p:tav tm="0">
                                          <p:val>
                                            <p:strVal val="#ppt_y+.04"/>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50"/>
                                        <p:tgtEl>
                                          <p:spTgt spid="11"/>
                                        </p:tgtEl>
                                      </p:cBhvr>
                                    </p:animEffect>
                                    <p:anim calcmode="lin" valueType="num">
                                      <p:cBhvr>
                                        <p:cTn id="55" dur="550" decel="100000" fill="hold"/>
                                        <p:tgtEl>
                                          <p:spTgt spid="11"/>
                                        </p:tgtEl>
                                        <p:attrNameLst>
                                          <p:attrName>ppt_x</p:attrName>
                                        </p:attrNameLst>
                                      </p:cBhvr>
                                      <p:tavLst>
                                        <p:tav tm="0">
                                          <p:val>
                                            <p:strVal val="#ppt_x"/>
                                          </p:val>
                                        </p:tav>
                                        <p:tav tm="100000">
                                          <p:val>
                                            <p:strVal val="#ppt_x"/>
                                          </p:val>
                                        </p:tav>
                                      </p:tavLst>
                                    </p:anim>
                                    <p:anim calcmode="lin" valueType="num">
                                      <p:cBhvr>
                                        <p:cTn id="56" dur="550" decel="100000" fill="hold"/>
                                        <p:tgtEl>
                                          <p:spTgt spid="11"/>
                                        </p:tgtEl>
                                        <p:attrNameLst>
                                          <p:attrName>ppt_y</p:attrName>
                                        </p:attrNameLst>
                                      </p:cBhvr>
                                      <p:tavLst>
                                        <p:tav tm="0">
                                          <p:val>
                                            <p:strVal val="#ppt_y+.04"/>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50"/>
                                        <p:tgtEl>
                                          <p:spTgt spid="12"/>
                                        </p:tgtEl>
                                      </p:cBhvr>
                                    </p:animEffect>
                                    <p:anim calcmode="lin" valueType="num">
                                      <p:cBhvr>
                                        <p:cTn id="60" dur="550" decel="100000" fill="hold"/>
                                        <p:tgtEl>
                                          <p:spTgt spid="12"/>
                                        </p:tgtEl>
                                        <p:attrNameLst>
                                          <p:attrName>ppt_x</p:attrName>
                                        </p:attrNameLst>
                                      </p:cBhvr>
                                      <p:tavLst>
                                        <p:tav tm="0">
                                          <p:val>
                                            <p:strVal val="#ppt_x"/>
                                          </p:val>
                                        </p:tav>
                                        <p:tav tm="100000">
                                          <p:val>
                                            <p:strVal val="#ppt_x"/>
                                          </p:val>
                                        </p:tav>
                                      </p:tavLst>
                                    </p:anim>
                                    <p:anim calcmode="lin" valueType="num">
                                      <p:cBhvr>
                                        <p:cTn id="61" dur="550" decel="100000" fill="hold"/>
                                        <p:tgtEl>
                                          <p:spTgt spid="12"/>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50"/>
                                        <p:tgtEl>
                                          <p:spTgt spid="13"/>
                                        </p:tgtEl>
                                      </p:cBhvr>
                                    </p:animEffect>
                                    <p:anim calcmode="lin" valueType="num">
                                      <p:cBhvr>
                                        <p:cTn id="65" dur="550" decel="100000" fill="hold"/>
                                        <p:tgtEl>
                                          <p:spTgt spid="13"/>
                                        </p:tgtEl>
                                        <p:attrNameLst>
                                          <p:attrName>ppt_x</p:attrName>
                                        </p:attrNameLst>
                                      </p:cBhvr>
                                      <p:tavLst>
                                        <p:tav tm="0">
                                          <p:val>
                                            <p:strVal val="#ppt_x"/>
                                          </p:val>
                                        </p:tav>
                                        <p:tav tm="100000">
                                          <p:val>
                                            <p:strVal val="#ppt_x"/>
                                          </p:val>
                                        </p:tav>
                                      </p:tavLst>
                                    </p:anim>
                                    <p:anim calcmode="lin" valueType="num">
                                      <p:cBhvr>
                                        <p:cTn id="66" dur="550" decel="100000" fill="hold"/>
                                        <p:tgtEl>
                                          <p:spTgt spid="13"/>
                                        </p:tgtEl>
                                        <p:attrNameLst>
                                          <p:attrName>ppt_y</p:attrName>
                                        </p:attrNameLst>
                                      </p:cBhvr>
                                      <p:tavLst>
                                        <p:tav tm="0">
                                          <p:val>
                                            <p:strVal val="#ppt_y+.04"/>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50"/>
                                        <p:tgtEl>
                                          <p:spTgt spid="31"/>
                                        </p:tgtEl>
                                      </p:cBhvr>
                                    </p:animEffect>
                                    <p:anim calcmode="lin" valueType="num">
                                      <p:cBhvr>
                                        <p:cTn id="72" dur="550" decel="100000" fill="hold"/>
                                        <p:tgtEl>
                                          <p:spTgt spid="31"/>
                                        </p:tgtEl>
                                        <p:attrNameLst>
                                          <p:attrName>ppt_x</p:attrName>
                                        </p:attrNameLst>
                                      </p:cBhvr>
                                      <p:tavLst>
                                        <p:tav tm="0">
                                          <p:val>
                                            <p:strVal val="#ppt_x"/>
                                          </p:val>
                                        </p:tav>
                                        <p:tav tm="100000">
                                          <p:val>
                                            <p:strVal val="#ppt_x"/>
                                          </p:val>
                                        </p:tav>
                                      </p:tavLst>
                                    </p:anim>
                                    <p:anim calcmode="lin" valueType="num">
                                      <p:cBhvr>
                                        <p:cTn id="73" dur="550" decel="100000" fill="hold"/>
                                        <p:tgtEl>
                                          <p:spTgt spid="31"/>
                                        </p:tgtEl>
                                        <p:attrNameLst>
                                          <p:attrName>ppt_y</p:attrName>
                                        </p:attrNameLst>
                                      </p:cBhvr>
                                      <p:tavLst>
                                        <p:tav tm="0">
                                          <p:val>
                                            <p:strVal val="#ppt_y+.04"/>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550"/>
                                        <p:tgtEl>
                                          <p:spTgt spid="32"/>
                                        </p:tgtEl>
                                      </p:cBhvr>
                                    </p:animEffect>
                                    <p:anim calcmode="lin" valueType="num">
                                      <p:cBhvr>
                                        <p:cTn id="77" dur="550" decel="100000" fill="hold"/>
                                        <p:tgtEl>
                                          <p:spTgt spid="32"/>
                                        </p:tgtEl>
                                        <p:attrNameLst>
                                          <p:attrName>ppt_x</p:attrName>
                                        </p:attrNameLst>
                                      </p:cBhvr>
                                      <p:tavLst>
                                        <p:tav tm="0">
                                          <p:val>
                                            <p:strVal val="#ppt_x"/>
                                          </p:val>
                                        </p:tav>
                                        <p:tav tm="100000">
                                          <p:val>
                                            <p:strVal val="#ppt_x"/>
                                          </p:val>
                                        </p:tav>
                                      </p:tavLst>
                                    </p:anim>
                                    <p:anim calcmode="lin" valueType="num">
                                      <p:cBhvr>
                                        <p:cTn id="78" dur="550" decel="100000" fill="hold"/>
                                        <p:tgtEl>
                                          <p:spTgt spid="32"/>
                                        </p:tgtEl>
                                        <p:attrNameLst>
                                          <p:attrName>ppt_y</p:attrName>
                                        </p:attrNameLst>
                                      </p:cBhvr>
                                      <p:tavLst>
                                        <p:tav tm="0">
                                          <p:val>
                                            <p:strVal val="#ppt_y+.04"/>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fade">
                                      <p:cBhvr>
                                        <p:cTn id="83" dur="550"/>
                                        <p:tgtEl>
                                          <p:spTgt spid="14"/>
                                        </p:tgtEl>
                                      </p:cBhvr>
                                    </p:animEffect>
                                    <p:anim calcmode="lin" valueType="num">
                                      <p:cBhvr>
                                        <p:cTn id="84" dur="550" decel="100000" fill="hold"/>
                                        <p:tgtEl>
                                          <p:spTgt spid="14"/>
                                        </p:tgtEl>
                                        <p:attrNameLst>
                                          <p:attrName>ppt_x</p:attrName>
                                        </p:attrNameLst>
                                      </p:cBhvr>
                                      <p:tavLst>
                                        <p:tav tm="0">
                                          <p:val>
                                            <p:strVal val="#ppt_x"/>
                                          </p:val>
                                        </p:tav>
                                        <p:tav tm="100000">
                                          <p:val>
                                            <p:strVal val="#ppt_x"/>
                                          </p:val>
                                        </p:tav>
                                      </p:tavLst>
                                    </p:anim>
                                    <p:anim calcmode="lin" valueType="num">
                                      <p:cBhvr>
                                        <p:cTn id="85" dur="550" decel="100000" fill="hold"/>
                                        <p:tgtEl>
                                          <p:spTgt spid="14"/>
                                        </p:tgtEl>
                                        <p:attrNameLst>
                                          <p:attrName>ppt_y</p:attrName>
                                        </p:attrNameLst>
                                      </p:cBhvr>
                                      <p:tavLst>
                                        <p:tav tm="0">
                                          <p:val>
                                            <p:strVal val="#ppt_y+.04"/>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5"/>
                                        </p:tgtEl>
                                        <p:attrNameLst>
                                          <p:attrName>style.visibility</p:attrName>
                                        </p:attrNameLst>
                                      </p:cBhvr>
                                      <p:to>
                                        <p:strVal val="visible"/>
                                      </p:to>
                                    </p:set>
                                    <p:animEffect transition="in" filter="fade">
                                      <p:cBhvr>
                                        <p:cTn id="88" dur="550"/>
                                        <p:tgtEl>
                                          <p:spTgt spid="15"/>
                                        </p:tgtEl>
                                      </p:cBhvr>
                                    </p:animEffect>
                                    <p:anim calcmode="lin" valueType="num">
                                      <p:cBhvr>
                                        <p:cTn id="89" dur="550" decel="100000" fill="hold"/>
                                        <p:tgtEl>
                                          <p:spTgt spid="15"/>
                                        </p:tgtEl>
                                        <p:attrNameLst>
                                          <p:attrName>ppt_x</p:attrName>
                                        </p:attrNameLst>
                                      </p:cBhvr>
                                      <p:tavLst>
                                        <p:tav tm="0">
                                          <p:val>
                                            <p:strVal val="#ppt_x"/>
                                          </p:val>
                                        </p:tav>
                                        <p:tav tm="100000">
                                          <p:val>
                                            <p:strVal val="#ppt_x"/>
                                          </p:val>
                                        </p:tav>
                                      </p:tavLst>
                                    </p:anim>
                                    <p:anim calcmode="lin" valueType="num">
                                      <p:cBhvr>
                                        <p:cTn id="90" dur="550" decel="100000" fill="hold"/>
                                        <p:tgtEl>
                                          <p:spTgt spid="15"/>
                                        </p:tgtEl>
                                        <p:attrNameLst>
                                          <p:attrName>ppt_y</p:attrName>
                                        </p:attrNameLst>
                                      </p:cBhvr>
                                      <p:tavLst>
                                        <p:tav tm="0">
                                          <p:val>
                                            <p:strVal val="#ppt_y+.04"/>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16"/>
                                        </p:tgtEl>
                                        <p:attrNameLst>
                                          <p:attrName>style.visibility</p:attrName>
                                        </p:attrNameLst>
                                      </p:cBhvr>
                                      <p:to>
                                        <p:strVal val="visible"/>
                                      </p:to>
                                    </p:set>
                                    <p:animEffect transition="in" filter="fade">
                                      <p:cBhvr>
                                        <p:cTn id="93" dur="550"/>
                                        <p:tgtEl>
                                          <p:spTgt spid="16"/>
                                        </p:tgtEl>
                                      </p:cBhvr>
                                    </p:animEffect>
                                    <p:anim calcmode="lin" valueType="num">
                                      <p:cBhvr>
                                        <p:cTn id="94" dur="550" decel="100000" fill="hold"/>
                                        <p:tgtEl>
                                          <p:spTgt spid="16"/>
                                        </p:tgtEl>
                                        <p:attrNameLst>
                                          <p:attrName>ppt_x</p:attrName>
                                        </p:attrNameLst>
                                      </p:cBhvr>
                                      <p:tavLst>
                                        <p:tav tm="0">
                                          <p:val>
                                            <p:strVal val="#ppt_x"/>
                                          </p:val>
                                        </p:tav>
                                        <p:tav tm="100000">
                                          <p:val>
                                            <p:strVal val="#ppt_x"/>
                                          </p:val>
                                        </p:tav>
                                      </p:tavLst>
                                    </p:anim>
                                    <p:anim calcmode="lin" valueType="num">
                                      <p:cBhvr>
                                        <p:cTn id="95" dur="550" decel="100000" fill="hold"/>
                                        <p:tgtEl>
                                          <p:spTgt spid="16"/>
                                        </p:tgtEl>
                                        <p:attrNameLst>
                                          <p:attrName>ppt_y</p:attrName>
                                        </p:attrNameLst>
                                      </p:cBhvr>
                                      <p:tavLst>
                                        <p:tav tm="0">
                                          <p:val>
                                            <p:strVal val="#ppt_y+.04"/>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17"/>
                                        </p:tgtEl>
                                        <p:attrNameLst>
                                          <p:attrName>style.visibility</p:attrName>
                                        </p:attrNameLst>
                                      </p:cBhvr>
                                      <p:to>
                                        <p:strVal val="visible"/>
                                      </p:to>
                                    </p:set>
                                    <p:animEffect transition="in" filter="fade">
                                      <p:cBhvr>
                                        <p:cTn id="98" dur="550"/>
                                        <p:tgtEl>
                                          <p:spTgt spid="17"/>
                                        </p:tgtEl>
                                      </p:cBhvr>
                                    </p:animEffect>
                                    <p:anim calcmode="lin" valueType="num">
                                      <p:cBhvr>
                                        <p:cTn id="99" dur="550" decel="100000" fill="hold"/>
                                        <p:tgtEl>
                                          <p:spTgt spid="17"/>
                                        </p:tgtEl>
                                        <p:attrNameLst>
                                          <p:attrName>ppt_x</p:attrName>
                                        </p:attrNameLst>
                                      </p:cBhvr>
                                      <p:tavLst>
                                        <p:tav tm="0">
                                          <p:val>
                                            <p:strVal val="#ppt_x"/>
                                          </p:val>
                                        </p:tav>
                                        <p:tav tm="100000">
                                          <p:val>
                                            <p:strVal val="#ppt_x"/>
                                          </p:val>
                                        </p:tav>
                                      </p:tavLst>
                                    </p:anim>
                                    <p:anim calcmode="lin" valueType="num">
                                      <p:cBhvr>
                                        <p:cTn id="100" dur="550" decel="100000" fill="hold"/>
                                        <p:tgtEl>
                                          <p:spTgt spid="17"/>
                                        </p:tgtEl>
                                        <p:attrNameLst>
                                          <p:attrName>ppt_y</p:attrName>
                                        </p:attrNameLst>
                                      </p:cBhvr>
                                      <p:tavLst>
                                        <p:tav tm="0">
                                          <p:val>
                                            <p:strVal val="#ppt_y+.04"/>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fade">
                                      <p:cBhvr>
                                        <p:cTn id="103" dur="550"/>
                                        <p:tgtEl>
                                          <p:spTgt spid="18"/>
                                        </p:tgtEl>
                                      </p:cBhvr>
                                    </p:animEffect>
                                    <p:anim calcmode="lin" valueType="num">
                                      <p:cBhvr>
                                        <p:cTn id="104" dur="550" decel="100000" fill="hold"/>
                                        <p:tgtEl>
                                          <p:spTgt spid="18"/>
                                        </p:tgtEl>
                                        <p:attrNameLst>
                                          <p:attrName>ppt_x</p:attrName>
                                        </p:attrNameLst>
                                      </p:cBhvr>
                                      <p:tavLst>
                                        <p:tav tm="0">
                                          <p:val>
                                            <p:strVal val="#ppt_x"/>
                                          </p:val>
                                        </p:tav>
                                        <p:tav tm="100000">
                                          <p:val>
                                            <p:strVal val="#ppt_x"/>
                                          </p:val>
                                        </p:tav>
                                      </p:tavLst>
                                    </p:anim>
                                    <p:anim calcmode="lin" valueType="num">
                                      <p:cBhvr>
                                        <p:cTn id="105" dur="550" decel="100000" fill="hold"/>
                                        <p:tgtEl>
                                          <p:spTgt spid="18"/>
                                        </p:tgtEl>
                                        <p:attrNameLst>
                                          <p:attrName>ppt_y</p:attrName>
                                        </p:attrNameLst>
                                      </p:cBhvr>
                                      <p:tavLst>
                                        <p:tav tm="0">
                                          <p:val>
                                            <p:strVal val="#ppt_y+.04"/>
                                          </p:val>
                                        </p:tav>
                                        <p:tav tm="100000">
                                          <p:val>
                                            <p:strVal val="#ppt_y"/>
                                          </p:val>
                                        </p:tav>
                                      </p:tavLst>
                                    </p:anim>
                                  </p:childTnLst>
                                </p:cTn>
                              </p:par>
                              <p:par>
                                <p:cTn id="106" presetID="42" presetClass="entr" presetSubtype="0" fill="hold" grpId="0" nodeType="withEffect">
                                  <p:stCondLst>
                                    <p:cond delay="180"/>
                                  </p:stCondLst>
                                  <p:childTnLst>
                                    <p:set>
                                      <p:cBhvr>
                                        <p:cTn id="107" dur="1" fill="hold">
                                          <p:stCondLst>
                                            <p:cond delay="0"/>
                                          </p:stCondLst>
                                        </p:cTn>
                                        <p:tgtEl>
                                          <p:spTgt spid="19"/>
                                        </p:tgtEl>
                                        <p:attrNameLst>
                                          <p:attrName>style.visibility</p:attrName>
                                        </p:attrNameLst>
                                      </p:cBhvr>
                                      <p:to>
                                        <p:strVal val="visible"/>
                                      </p:to>
                                    </p:set>
                                    <p:animEffect transition="in" filter="fade">
                                      <p:cBhvr>
                                        <p:cTn id="108" dur="550"/>
                                        <p:tgtEl>
                                          <p:spTgt spid="19"/>
                                        </p:tgtEl>
                                      </p:cBhvr>
                                    </p:animEffect>
                                    <p:anim calcmode="lin" valueType="num">
                                      <p:cBhvr>
                                        <p:cTn id="109" dur="550" decel="100000" fill="hold"/>
                                        <p:tgtEl>
                                          <p:spTgt spid="19"/>
                                        </p:tgtEl>
                                        <p:attrNameLst>
                                          <p:attrName>ppt_x</p:attrName>
                                        </p:attrNameLst>
                                      </p:cBhvr>
                                      <p:tavLst>
                                        <p:tav tm="0">
                                          <p:val>
                                            <p:strVal val="#ppt_x"/>
                                          </p:val>
                                        </p:tav>
                                        <p:tav tm="100000">
                                          <p:val>
                                            <p:strVal val="#ppt_x"/>
                                          </p:val>
                                        </p:tav>
                                      </p:tavLst>
                                    </p:anim>
                                    <p:anim calcmode="lin" valueType="num">
                                      <p:cBhvr>
                                        <p:cTn id="110" dur="550" decel="100000" fill="hold"/>
                                        <p:tgtEl>
                                          <p:spTgt spid="19"/>
                                        </p:tgtEl>
                                        <p:attrNameLst>
                                          <p:attrName>ppt_y</p:attrName>
                                        </p:attrNameLst>
                                      </p:cBhvr>
                                      <p:tavLst>
                                        <p:tav tm="0">
                                          <p:val>
                                            <p:strVal val="#ppt_y+.04"/>
                                          </p:val>
                                        </p:tav>
                                        <p:tav tm="100000">
                                          <p:val>
                                            <p:strVal val="#ppt_y"/>
                                          </p:val>
                                        </p:tav>
                                      </p:tavLst>
                                    </p:anim>
                                  </p:childTnLst>
                                </p:cTn>
                              </p:par>
                              <p:par>
                                <p:cTn id="111" presetID="42" presetClass="entr" presetSubtype="0" fill="hold" grpId="0" nodeType="withEffect">
                                  <p:stCondLst>
                                    <p:cond delay="180"/>
                                  </p:stCondLst>
                                  <p:childTnLst>
                                    <p:set>
                                      <p:cBhvr>
                                        <p:cTn id="112" dur="1" fill="hold">
                                          <p:stCondLst>
                                            <p:cond delay="0"/>
                                          </p:stCondLst>
                                        </p:cTn>
                                        <p:tgtEl>
                                          <p:spTgt spid="20"/>
                                        </p:tgtEl>
                                        <p:attrNameLst>
                                          <p:attrName>style.visibility</p:attrName>
                                        </p:attrNameLst>
                                      </p:cBhvr>
                                      <p:to>
                                        <p:strVal val="visible"/>
                                      </p:to>
                                    </p:set>
                                    <p:animEffect transition="in" filter="fade">
                                      <p:cBhvr>
                                        <p:cTn id="113" dur="550"/>
                                        <p:tgtEl>
                                          <p:spTgt spid="20"/>
                                        </p:tgtEl>
                                      </p:cBhvr>
                                    </p:animEffect>
                                    <p:anim calcmode="lin" valueType="num">
                                      <p:cBhvr>
                                        <p:cTn id="114" dur="550" decel="100000" fill="hold"/>
                                        <p:tgtEl>
                                          <p:spTgt spid="20"/>
                                        </p:tgtEl>
                                        <p:attrNameLst>
                                          <p:attrName>ppt_x</p:attrName>
                                        </p:attrNameLst>
                                      </p:cBhvr>
                                      <p:tavLst>
                                        <p:tav tm="0">
                                          <p:val>
                                            <p:strVal val="#ppt_x"/>
                                          </p:val>
                                        </p:tav>
                                        <p:tav tm="100000">
                                          <p:val>
                                            <p:strVal val="#ppt_x"/>
                                          </p:val>
                                        </p:tav>
                                      </p:tavLst>
                                    </p:anim>
                                    <p:anim calcmode="lin" valueType="num">
                                      <p:cBhvr>
                                        <p:cTn id="115" dur="550" decel="100000" fill="hold"/>
                                        <p:tgtEl>
                                          <p:spTgt spid="20"/>
                                        </p:tgtEl>
                                        <p:attrNameLst>
                                          <p:attrName>ppt_y</p:attrName>
                                        </p:attrNameLst>
                                      </p:cBhvr>
                                      <p:tavLst>
                                        <p:tav tm="0">
                                          <p:val>
                                            <p:strVal val="#ppt_y+.04"/>
                                          </p:val>
                                        </p:tav>
                                        <p:tav tm="100000">
                                          <p:val>
                                            <p:strVal val="#ppt_y"/>
                                          </p:val>
                                        </p:tav>
                                      </p:tavLst>
                                    </p:anim>
                                  </p:childTnLst>
                                </p:cTn>
                              </p:par>
                              <p:par>
                                <p:cTn id="116" presetID="42" presetClass="entr" presetSubtype="0" fill="hold" grpId="0" nodeType="withEffect">
                                  <p:stCondLst>
                                    <p:cond delay="180"/>
                                  </p:stCondLst>
                                  <p:childTnLst>
                                    <p:set>
                                      <p:cBhvr>
                                        <p:cTn id="117" dur="1" fill="hold">
                                          <p:stCondLst>
                                            <p:cond delay="0"/>
                                          </p:stCondLst>
                                        </p:cTn>
                                        <p:tgtEl>
                                          <p:spTgt spid="21"/>
                                        </p:tgtEl>
                                        <p:attrNameLst>
                                          <p:attrName>style.visibility</p:attrName>
                                        </p:attrNameLst>
                                      </p:cBhvr>
                                      <p:to>
                                        <p:strVal val="visible"/>
                                      </p:to>
                                    </p:set>
                                    <p:animEffect transition="in" filter="fade">
                                      <p:cBhvr>
                                        <p:cTn id="118" dur="550"/>
                                        <p:tgtEl>
                                          <p:spTgt spid="21"/>
                                        </p:tgtEl>
                                      </p:cBhvr>
                                    </p:animEffect>
                                    <p:anim calcmode="lin" valueType="num">
                                      <p:cBhvr>
                                        <p:cTn id="119" dur="550" decel="100000" fill="hold"/>
                                        <p:tgtEl>
                                          <p:spTgt spid="21"/>
                                        </p:tgtEl>
                                        <p:attrNameLst>
                                          <p:attrName>ppt_x</p:attrName>
                                        </p:attrNameLst>
                                      </p:cBhvr>
                                      <p:tavLst>
                                        <p:tav tm="0">
                                          <p:val>
                                            <p:strVal val="#ppt_x"/>
                                          </p:val>
                                        </p:tav>
                                        <p:tav tm="100000">
                                          <p:val>
                                            <p:strVal val="#ppt_x"/>
                                          </p:val>
                                        </p:tav>
                                      </p:tavLst>
                                    </p:anim>
                                    <p:anim calcmode="lin" valueType="num">
                                      <p:cBhvr>
                                        <p:cTn id="120" dur="550" decel="100000" fill="hold"/>
                                        <p:tgtEl>
                                          <p:spTgt spid="21"/>
                                        </p:tgtEl>
                                        <p:attrNameLst>
                                          <p:attrName>ppt_y</p:attrName>
                                        </p:attrNameLst>
                                      </p:cBhvr>
                                      <p:tavLst>
                                        <p:tav tm="0">
                                          <p:val>
                                            <p:strVal val="#ppt_y+.04"/>
                                          </p:val>
                                        </p:tav>
                                        <p:tav tm="100000">
                                          <p:val>
                                            <p:strVal val="#ppt_y"/>
                                          </p:val>
                                        </p:tav>
                                      </p:tavLst>
                                    </p:anim>
                                  </p:childTnLst>
                                </p:cTn>
                              </p:par>
                              <p:par>
                                <p:cTn id="121" presetID="42" presetClass="entr" presetSubtype="0" fill="hold" grpId="0" nodeType="withEffect">
                                  <p:stCondLst>
                                    <p:cond delay="180"/>
                                  </p:stCondLst>
                                  <p:childTnLst>
                                    <p:set>
                                      <p:cBhvr>
                                        <p:cTn id="122" dur="1" fill="hold">
                                          <p:stCondLst>
                                            <p:cond delay="0"/>
                                          </p:stCondLst>
                                        </p:cTn>
                                        <p:tgtEl>
                                          <p:spTgt spid="22"/>
                                        </p:tgtEl>
                                        <p:attrNameLst>
                                          <p:attrName>style.visibility</p:attrName>
                                        </p:attrNameLst>
                                      </p:cBhvr>
                                      <p:to>
                                        <p:strVal val="visible"/>
                                      </p:to>
                                    </p:set>
                                    <p:animEffect transition="in" filter="fade">
                                      <p:cBhvr>
                                        <p:cTn id="123" dur="550"/>
                                        <p:tgtEl>
                                          <p:spTgt spid="22"/>
                                        </p:tgtEl>
                                      </p:cBhvr>
                                    </p:animEffect>
                                    <p:anim calcmode="lin" valueType="num">
                                      <p:cBhvr>
                                        <p:cTn id="124" dur="550" decel="100000" fill="hold"/>
                                        <p:tgtEl>
                                          <p:spTgt spid="22"/>
                                        </p:tgtEl>
                                        <p:attrNameLst>
                                          <p:attrName>ppt_x</p:attrName>
                                        </p:attrNameLst>
                                      </p:cBhvr>
                                      <p:tavLst>
                                        <p:tav tm="0">
                                          <p:val>
                                            <p:strVal val="#ppt_x"/>
                                          </p:val>
                                        </p:tav>
                                        <p:tav tm="100000">
                                          <p:val>
                                            <p:strVal val="#ppt_x"/>
                                          </p:val>
                                        </p:tav>
                                      </p:tavLst>
                                    </p:anim>
                                    <p:anim calcmode="lin" valueType="num">
                                      <p:cBhvr>
                                        <p:cTn id="125" dur="550" decel="100000" fill="hold"/>
                                        <p:tgtEl>
                                          <p:spTgt spid="22"/>
                                        </p:tgtEl>
                                        <p:attrNameLst>
                                          <p:attrName>ppt_y</p:attrName>
                                        </p:attrNameLst>
                                      </p:cBhvr>
                                      <p:tavLst>
                                        <p:tav tm="0">
                                          <p:val>
                                            <p:strVal val="#ppt_y+.04"/>
                                          </p:val>
                                        </p:tav>
                                        <p:tav tm="100000">
                                          <p:val>
                                            <p:strVal val="#ppt_y"/>
                                          </p:val>
                                        </p:tav>
                                      </p:tavLst>
                                    </p:anim>
                                  </p:childTnLst>
                                </p:cTn>
                              </p:par>
                              <p:par>
                                <p:cTn id="126" presetID="42" presetClass="entr" presetSubtype="0" fill="hold" grpId="0" nodeType="withEffect">
                                  <p:stCondLst>
                                    <p:cond delay="180"/>
                                  </p:stCondLst>
                                  <p:childTnLst>
                                    <p:set>
                                      <p:cBhvr>
                                        <p:cTn id="127" dur="1" fill="hold">
                                          <p:stCondLst>
                                            <p:cond delay="0"/>
                                          </p:stCondLst>
                                        </p:cTn>
                                        <p:tgtEl>
                                          <p:spTgt spid="23"/>
                                        </p:tgtEl>
                                        <p:attrNameLst>
                                          <p:attrName>style.visibility</p:attrName>
                                        </p:attrNameLst>
                                      </p:cBhvr>
                                      <p:to>
                                        <p:strVal val="visible"/>
                                      </p:to>
                                    </p:set>
                                    <p:animEffect transition="in" filter="fade">
                                      <p:cBhvr>
                                        <p:cTn id="128" dur="550"/>
                                        <p:tgtEl>
                                          <p:spTgt spid="23"/>
                                        </p:tgtEl>
                                      </p:cBhvr>
                                    </p:animEffect>
                                    <p:anim calcmode="lin" valueType="num">
                                      <p:cBhvr>
                                        <p:cTn id="129" dur="550" decel="100000" fill="hold"/>
                                        <p:tgtEl>
                                          <p:spTgt spid="23"/>
                                        </p:tgtEl>
                                        <p:attrNameLst>
                                          <p:attrName>ppt_x</p:attrName>
                                        </p:attrNameLst>
                                      </p:cBhvr>
                                      <p:tavLst>
                                        <p:tav tm="0">
                                          <p:val>
                                            <p:strVal val="#ppt_x"/>
                                          </p:val>
                                        </p:tav>
                                        <p:tav tm="100000">
                                          <p:val>
                                            <p:strVal val="#ppt_x"/>
                                          </p:val>
                                        </p:tav>
                                      </p:tavLst>
                                    </p:anim>
                                    <p:anim calcmode="lin" valueType="num">
                                      <p:cBhvr>
                                        <p:cTn id="130" dur="550" decel="100000" fill="hold"/>
                                        <p:tgtEl>
                                          <p:spTgt spid="23"/>
                                        </p:tgtEl>
                                        <p:attrNameLst>
                                          <p:attrName>ppt_y</p:attrName>
                                        </p:attrNameLst>
                                      </p:cBhvr>
                                      <p:tavLst>
                                        <p:tav tm="0">
                                          <p:val>
                                            <p:strVal val="#ppt_y+.04"/>
                                          </p:val>
                                        </p:tav>
                                        <p:tav tm="100000">
                                          <p:val>
                                            <p:strVal val="#ppt_y"/>
                                          </p:val>
                                        </p:tav>
                                      </p:tavLst>
                                    </p:anim>
                                  </p:childTnLst>
                                </p:cTn>
                              </p:par>
                              <p:par>
                                <p:cTn id="131" presetID="42" presetClass="entr" presetSubtype="0" fill="hold" grpId="0" nodeType="withEffect">
                                  <p:stCondLst>
                                    <p:cond delay="360"/>
                                  </p:stCondLst>
                                  <p:childTnLst>
                                    <p:set>
                                      <p:cBhvr>
                                        <p:cTn id="132" dur="1" fill="hold">
                                          <p:stCondLst>
                                            <p:cond delay="0"/>
                                          </p:stCondLst>
                                        </p:cTn>
                                        <p:tgtEl>
                                          <p:spTgt spid="24"/>
                                        </p:tgtEl>
                                        <p:attrNameLst>
                                          <p:attrName>style.visibility</p:attrName>
                                        </p:attrNameLst>
                                      </p:cBhvr>
                                      <p:to>
                                        <p:strVal val="visible"/>
                                      </p:to>
                                    </p:set>
                                    <p:animEffect transition="in" filter="fade">
                                      <p:cBhvr>
                                        <p:cTn id="133" dur="550"/>
                                        <p:tgtEl>
                                          <p:spTgt spid="24"/>
                                        </p:tgtEl>
                                      </p:cBhvr>
                                    </p:animEffect>
                                    <p:anim calcmode="lin" valueType="num">
                                      <p:cBhvr>
                                        <p:cTn id="134" dur="550" decel="100000" fill="hold"/>
                                        <p:tgtEl>
                                          <p:spTgt spid="24"/>
                                        </p:tgtEl>
                                        <p:attrNameLst>
                                          <p:attrName>ppt_x</p:attrName>
                                        </p:attrNameLst>
                                      </p:cBhvr>
                                      <p:tavLst>
                                        <p:tav tm="0">
                                          <p:val>
                                            <p:strVal val="#ppt_x"/>
                                          </p:val>
                                        </p:tav>
                                        <p:tav tm="100000">
                                          <p:val>
                                            <p:strVal val="#ppt_x"/>
                                          </p:val>
                                        </p:tav>
                                      </p:tavLst>
                                    </p:anim>
                                    <p:anim calcmode="lin" valueType="num">
                                      <p:cBhvr>
                                        <p:cTn id="135" dur="550" decel="100000" fill="hold"/>
                                        <p:tgtEl>
                                          <p:spTgt spid="24"/>
                                        </p:tgtEl>
                                        <p:attrNameLst>
                                          <p:attrName>ppt_y</p:attrName>
                                        </p:attrNameLst>
                                      </p:cBhvr>
                                      <p:tavLst>
                                        <p:tav tm="0">
                                          <p:val>
                                            <p:strVal val="#ppt_y+.04"/>
                                          </p:val>
                                        </p:tav>
                                        <p:tav tm="100000">
                                          <p:val>
                                            <p:strVal val="#ppt_y"/>
                                          </p:val>
                                        </p:tav>
                                      </p:tavLst>
                                    </p:anim>
                                  </p:childTnLst>
                                </p:cTn>
                              </p:par>
                              <p:par>
                                <p:cTn id="136" presetID="42" presetClass="entr" presetSubtype="0" fill="hold" grpId="0" nodeType="withEffect">
                                  <p:stCondLst>
                                    <p:cond delay="360"/>
                                  </p:stCondLst>
                                  <p:childTnLst>
                                    <p:set>
                                      <p:cBhvr>
                                        <p:cTn id="137" dur="1" fill="hold">
                                          <p:stCondLst>
                                            <p:cond delay="0"/>
                                          </p:stCondLst>
                                        </p:cTn>
                                        <p:tgtEl>
                                          <p:spTgt spid="25"/>
                                        </p:tgtEl>
                                        <p:attrNameLst>
                                          <p:attrName>style.visibility</p:attrName>
                                        </p:attrNameLst>
                                      </p:cBhvr>
                                      <p:to>
                                        <p:strVal val="visible"/>
                                      </p:to>
                                    </p:set>
                                    <p:animEffect transition="in" filter="fade">
                                      <p:cBhvr>
                                        <p:cTn id="138" dur="550"/>
                                        <p:tgtEl>
                                          <p:spTgt spid="25"/>
                                        </p:tgtEl>
                                      </p:cBhvr>
                                    </p:animEffect>
                                    <p:anim calcmode="lin" valueType="num">
                                      <p:cBhvr>
                                        <p:cTn id="139" dur="550" decel="100000" fill="hold"/>
                                        <p:tgtEl>
                                          <p:spTgt spid="25"/>
                                        </p:tgtEl>
                                        <p:attrNameLst>
                                          <p:attrName>ppt_x</p:attrName>
                                        </p:attrNameLst>
                                      </p:cBhvr>
                                      <p:tavLst>
                                        <p:tav tm="0">
                                          <p:val>
                                            <p:strVal val="#ppt_x"/>
                                          </p:val>
                                        </p:tav>
                                        <p:tav tm="100000">
                                          <p:val>
                                            <p:strVal val="#ppt_x"/>
                                          </p:val>
                                        </p:tav>
                                      </p:tavLst>
                                    </p:anim>
                                    <p:anim calcmode="lin" valueType="num">
                                      <p:cBhvr>
                                        <p:cTn id="140" dur="550" decel="100000" fill="hold"/>
                                        <p:tgtEl>
                                          <p:spTgt spid="25"/>
                                        </p:tgtEl>
                                        <p:attrNameLst>
                                          <p:attrName>ppt_y</p:attrName>
                                        </p:attrNameLst>
                                      </p:cBhvr>
                                      <p:tavLst>
                                        <p:tav tm="0">
                                          <p:val>
                                            <p:strVal val="#ppt_y+.04"/>
                                          </p:val>
                                        </p:tav>
                                        <p:tav tm="100000">
                                          <p:val>
                                            <p:strVal val="#ppt_y"/>
                                          </p:val>
                                        </p:tav>
                                      </p:tavLst>
                                    </p:anim>
                                  </p:childTnLst>
                                </p:cTn>
                              </p:par>
                              <p:par>
                                <p:cTn id="141" presetID="42" presetClass="entr" presetSubtype="0" fill="hold" grpId="0" nodeType="withEffect">
                                  <p:stCondLst>
                                    <p:cond delay="360"/>
                                  </p:stCondLst>
                                  <p:childTnLst>
                                    <p:set>
                                      <p:cBhvr>
                                        <p:cTn id="142" dur="1" fill="hold">
                                          <p:stCondLst>
                                            <p:cond delay="0"/>
                                          </p:stCondLst>
                                        </p:cTn>
                                        <p:tgtEl>
                                          <p:spTgt spid="26"/>
                                        </p:tgtEl>
                                        <p:attrNameLst>
                                          <p:attrName>style.visibility</p:attrName>
                                        </p:attrNameLst>
                                      </p:cBhvr>
                                      <p:to>
                                        <p:strVal val="visible"/>
                                      </p:to>
                                    </p:set>
                                    <p:animEffect transition="in" filter="fade">
                                      <p:cBhvr>
                                        <p:cTn id="143" dur="550"/>
                                        <p:tgtEl>
                                          <p:spTgt spid="26"/>
                                        </p:tgtEl>
                                      </p:cBhvr>
                                    </p:animEffect>
                                    <p:anim calcmode="lin" valueType="num">
                                      <p:cBhvr>
                                        <p:cTn id="144" dur="550" decel="100000" fill="hold"/>
                                        <p:tgtEl>
                                          <p:spTgt spid="26"/>
                                        </p:tgtEl>
                                        <p:attrNameLst>
                                          <p:attrName>ppt_x</p:attrName>
                                        </p:attrNameLst>
                                      </p:cBhvr>
                                      <p:tavLst>
                                        <p:tav tm="0">
                                          <p:val>
                                            <p:strVal val="#ppt_x"/>
                                          </p:val>
                                        </p:tav>
                                        <p:tav tm="100000">
                                          <p:val>
                                            <p:strVal val="#ppt_x"/>
                                          </p:val>
                                        </p:tav>
                                      </p:tavLst>
                                    </p:anim>
                                    <p:anim calcmode="lin" valueType="num">
                                      <p:cBhvr>
                                        <p:cTn id="145" dur="550" decel="100000" fill="hold"/>
                                        <p:tgtEl>
                                          <p:spTgt spid="26"/>
                                        </p:tgtEl>
                                        <p:attrNameLst>
                                          <p:attrName>ppt_y</p:attrName>
                                        </p:attrNameLst>
                                      </p:cBhvr>
                                      <p:tavLst>
                                        <p:tav tm="0">
                                          <p:val>
                                            <p:strVal val="#ppt_y+.04"/>
                                          </p:val>
                                        </p:tav>
                                        <p:tav tm="100000">
                                          <p:val>
                                            <p:strVal val="#ppt_y"/>
                                          </p:val>
                                        </p:tav>
                                      </p:tavLst>
                                    </p:anim>
                                  </p:childTnLst>
                                </p:cTn>
                              </p:par>
                              <p:par>
                                <p:cTn id="146" presetID="42" presetClass="entr" presetSubtype="0" fill="hold" grpId="0" nodeType="withEffect">
                                  <p:stCondLst>
                                    <p:cond delay="360"/>
                                  </p:stCondLst>
                                  <p:childTnLst>
                                    <p:set>
                                      <p:cBhvr>
                                        <p:cTn id="147" dur="1" fill="hold">
                                          <p:stCondLst>
                                            <p:cond delay="0"/>
                                          </p:stCondLst>
                                        </p:cTn>
                                        <p:tgtEl>
                                          <p:spTgt spid="27"/>
                                        </p:tgtEl>
                                        <p:attrNameLst>
                                          <p:attrName>style.visibility</p:attrName>
                                        </p:attrNameLst>
                                      </p:cBhvr>
                                      <p:to>
                                        <p:strVal val="visible"/>
                                      </p:to>
                                    </p:set>
                                    <p:animEffect transition="in" filter="fade">
                                      <p:cBhvr>
                                        <p:cTn id="148" dur="550"/>
                                        <p:tgtEl>
                                          <p:spTgt spid="27"/>
                                        </p:tgtEl>
                                      </p:cBhvr>
                                    </p:animEffect>
                                    <p:anim calcmode="lin" valueType="num">
                                      <p:cBhvr>
                                        <p:cTn id="149" dur="550" decel="100000" fill="hold"/>
                                        <p:tgtEl>
                                          <p:spTgt spid="27"/>
                                        </p:tgtEl>
                                        <p:attrNameLst>
                                          <p:attrName>ppt_x</p:attrName>
                                        </p:attrNameLst>
                                      </p:cBhvr>
                                      <p:tavLst>
                                        <p:tav tm="0">
                                          <p:val>
                                            <p:strVal val="#ppt_x"/>
                                          </p:val>
                                        </p:tav>
                                        <p:tav tm="100000">
                                          <p:val>
                                            <p:strVal val="#ppt_x"/>
                                          </p:val>
                                        </p:tav>
                                      </p:tavLst>
                                    </p:anim>
                                    <p:anim calcmode="lin" valueType="num">
                                      <p:cBhvr>
                                        <p:cTn id="150" dur="550" decel="100000" fill="hold"/>
                                        <p:tgtEl>
                                          <p:spTgt spid="27"/>
                                        </p:tgtEl>
                                        <p:attrNameLst>
                                          <p:attrName>ppt_y</p:attrName>
                                        </p:attrNameLst>
                                      </p:cBhvr>
                                      <p:tavLst>
                                        <p:tav tm="0">
                                          <p:val>
                                            <p:strVal val="#ppt_y+.04"/>
                                          </p:val>
                                        </p:tav>
                                        <p:tav tm="100000">
                                          <p:val>
                                            <p:strVal val="#ppt_y"/>
                                          </p:val>
                                        </p:tav>
                                      </p:tavLst>
                                    </p:anim>
                                  </p:childTnLst>
                                </p:cTn>
                              </p:par>
                              <p:par>
                                <p:cTn id="151" presetID="42" presetClass="entr" presetSubtype="0" fill="hold" grpId="0" nodeType="withEffect">
                                  <p:stCondLst>
                                    <p:cond delay="360"/>
                                  </p:stCondLst>
                                  <p:childTnLst>
                                    <p:set>
                                      <p:cBhvr>
                                        <p:cTn id="152" dur="1" fill="hold">
                                          <p:stCondLst>
                                            <p:cond delay="0"/>
                                          </p:stCondLst>
                                        </p:cTn>
                                        <p:tgtEl>
                                          <p:spTgt spid="28"/>
                                        </p:tgtEl>
                                        <p:attrNameLst>
                                          <p:attrName>style.visibility</p:attrName>
                                        </p:attrNameLst>
                                      </p:cBhvr>
                                      <p:to>
                                        <p:strVal val="visible"/>
                                      </p:to>
                                    </p:set>
                                    <p:animEffect transition="in" filter="fade">
                                      <p:cBhvr>
                                        <p:cTn id="153" dur="550"/>
                                        <p:tgtEl>
                                          <p:spTgt spid="28"/>
                                        </p:tgtEl>
                                      </p:cBhvr>
                                    </p:animEffect>
                                    <p:anim calcmode="lin" valueType="num">
                                      <p:cBhvr>
                                        <p:cTn id="154" dur="550" decel="100000" fill="hold"/>
                                        <p:tgtEl>
                                          <p:spTgt spid="28"/>
                                        </p:tgtEl>
                                        <p:attrNameLst>
                                          <p:attrName>ppt_x</p:attrName>
                                        </p:attrNameLst>
                                      </p:cBhvr>
                                      <p:tavLst>
                                        <p:tav tm="0">
                                          <p:val>
                                            <p:strVal val="#ppt_x"/>
                                          </p:val>
                                        </p:tav>
                                        <p:tav tm="100000">
                                          <p:val>
                                            <p:strVal val="#ppt_x"/>
                                          </p:val>
                                        </p:tav>
                                      </p:tavLst>
                                    </p:anim>
                                    <p:anim calcmode="lin" valueType="num">
                                      <p:cBhvr>
                                        <p:cTn id="155" dur="550" decel="100000" fill="hold"/>
                                        <p:tgtEl>
                                          <p:spTgt spid="28"/>
                                        </p:tgtEl>
                                        <p:attrNameLst>
                                          <p:attrName>ppt_y</p:attrName>
                                        </p:attrNameLst>
                                      </p:cBhvr>
                                      <p:tavLst>
                                        <p:tav tm="0">
                                          <p:val>
                                            <p:strVal val="#ppt_y+.04"/>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58" presetID="42" presetClass="entr" presetSubtype="0" fill="hold" grpId="0" nodeType="clickEffect">
                                  <p:stCondLst>
                                    <p:cond delay="0"/>
                                  </p:stCondLst>
                                  <p:childTnLst>
                                    <p:set>
                                      <p:cBhvr>
                                        <p:cTn id="159" dur="1" fill="hold">
                                          <p:stCondLst>
                                            <p:cond delay="0"/>
                                          </p:stCondLst>
                                        </p:cTn>
                                        <p:tgtEl>
                                          <p:spTgt spid="33"/>
                                        </p:tgtEl>
                                        <p:attrNameLst>
                                          <p:attrName>style.visibility</p:attrName>
                                        </p:attrNameLst>
                                      </p:cBhvr>
                                      <p:to>
                                        <p:strVal val="visible"/>
                                      </p:to>
                                    </p:set>
                                    <p:animEffect transition="in" filter="fade">
                                      <p:cBhvr>
                                        <p:cTn id="160" dur="550"/>
                                        <p:tgtEl>
                                          <p:spTgt spid="33"/>
                                        </p:tgtEl>
                                      </p:cBhvr>
                                    </p:animEffect>
                                    <p:anim calcmode="lin" valueType="num">
                                      <p:cBhvr>
                                        <p:cTn id="161" dur="550" decel="100000" fill="hold"/>
                                        <p:tgtEl>
                                          <p:spTgt spid="33"/>
                                        </p:tgtEl>
                                        <p:attrNameLst>
                                          <p:attrName>ppt_x</p:attrName>
                                        </p:attrNameLst>
                                      </p:cBhvr>
                                      <p:tavLst>
                                        <p:tav tm="0">
                                          <p:val>
                                            <p:strVal val="#ppt_x"/>
                                          </p:val>
                                        </p:tav>
                                        <p:tav tm="100000">
                                          <p:val>
                                            <p:strVal val="#ppt_x"/>
                                          </p:val>
                                        </p:tav>
                                      </p:tavLst>
                                    </p:anim>
                                    <p:anim calcmode="lin" valueType="num">
                                      <p:cBhvr>
                                        <p:cTn id="162" dur="550" decel="100000" fill="hold"/>
                                        <p:tgtEl>
                                          <p:spTgt spid="33"/>
                                        </p:tgtEl>
                                        <p:attrNameLst>
                                          <p:attrName>ppt_y</p:attrName>
                                        </p:attrNameLst>
                                      </p:cBhvr>
                                      <p:tavLst>
                                        <p:tav tm="0">
                                          <p:val>
                                            <p:strVal val="#ppt_y+.04"/>
                                          </p:val>
                                        </p:tav>
                                        <p:tav tm="100000">
                                          <p:val>
                                            <p:strVal val="#ppt_y"/>
                                          </p:val>
                                        </p:tav>
                                      </p:tavLst>
                                    </p:anim>
                                  </p:childTnLst>
                                </p:cTn>
                              </p:par>
                              <p:par>
                                <p:cTn id="163" presetID="42" presetClass="entr" presetSubtype="0" fill="hold" grpId="0" nodeType="withEffect">
                                  <p:stCondLst>
                                    <p:cond delay="0"/>
                                  </p:stCondLst>
                                  <p:childTnLst>
                                    <p:set>
                                      <p:cBhvr>
                                        <p:cTn id="164" dur="1" fill="hold">
                                          <p:stCondLst>
                                            <p:cond delay="0"/>
                                          </p:stCondLst>
                                        </p:cTn>
                                        <p:tgtEl>
                                          <p:spTgt spid="34"/>
                                        </p:tgtEl>
                                        <p:attrNameLst>
                                          <p:attrName>style.visibility</p:attrName>
                                        </p:attrNameLst>
                                      </p:cBhvr>
                                      <p:to>
                                        <p:strVal val="visible"/>
                                      </p:to>
                                    </p:set>
                                    <p:animEffect transition="in" filter="fade">
                                      <p:cBhvr>
                                        <p:cTn id="165" dur="550"/>
                                        <p:tgtEl>
                                          <p:spTgt spid="34"/>
                                        </p:tgtEl>
                                      </p:cBhvr>
                                    </p:animEffect>
                                    <p:anim calcmode="lin" valueType="num">
                                      <p:cBhvr>
                                        <p:cTn id="166" dur="550" decel="100000" fill="hold"/>
                                        <p:tgtEl>
                                          <p:spTgt spid="34"/>
                                        </p:tgtEl>
                                        <p:attrNameLst>
                                          <p:attrName>ppt_x</p:attrName>
                                        </p:attrNameLst>
                                      </p:cBhvr>
                                      <p:tavLst>
                                        <p:tav tm="0">
                                          <p:val>
                                            <p:strVal val="#ppt_x"/>
                                          </p:val>
                                        </p:tav>
                                        <p:tav tm="100000">
                                          <p:val>
                                            <p:strVal val="#ppt_x"/>
                                          </p:val>
                                        </p:tav>
                                      </p:tavLst>
                                    </p:anim>
                                    <p:anim calcmode="lin" valueType="num">
                                      <p:cBhvr>
                                        <p:cTn id="167" dur="550" decel="100000" fill="hold"/>
                                        <p:tgtEl>
                                          <p:spTgt spid="34"/>
                                        </p:tgtEl>
                                        <p:attrNameLst>
                                          <p:attrName>ppt_y</p:attrName>
                                        </p:attrNameLst>
                                      </p:cBhvr>
                                      <p:tavLst>
                                        <p:tav tm="0">
                                          <p:val>
                                            <p:strVal val="#ppt_y+.04"/>
                                          </p:val>
                                        </p:tav>
                                        <p:tav tm="100000">
                                          <p:val>
                                            <p:strVal val="#ppt_y"/>
                                          </p:val>
                                        </p:tav>
                                      </p:tavLst>
                                    </p:anim>
                                  </p:childTnLst>
                                </p:cTn>
                              </p:par>
                              <p:par>
                                <p:cTn id="168" presetID="42" presetClass="entr" presetSubtype="0" fill="hold" grpId="0" nodeType="withEffect">
                                  <p:stCondLst>
                                    <p:cond delay="0"/>
                                  </p:stCondLst>
                                  <p:childTnLst>
                                    <p:set>
                                      <p:cBhvr>
                                        <p:cTn id="169" dur="1" fill="hold">
                                          <p:stCondLst>
                                            <p:cond delay="0"/>
                                          </p:stCondLst>
                                        </p:cTn>
                                        <p:tgtEl>
                                          <p:spTgt spid="35"/>
                                        </p:tgtEl>
                                        <p:attrNameLst>
                                          <p:attrName>style.visibility</p:attrName>
                                        </p:attrNameLst>
                                      </p:cBhvr>
                                      <p:to>
                                        <p:strVal val="visible"/>
                                      </p:to>
                                    </p:set>
                                    <p:animEffect transition="in" filter="fade">
                                      <p:cBhvr>
                                        <p:cTn id="170" dur="550"/>
                                        <p:tgtEl>
                                          <p:spTgt spid="35"/>
                                        </p:tgtEl>
                                      </p:cBhvr>
                                    </p:animEffect>
                                    <p:anim calcmode="lin" valueType="num">
                                      <p:cBhvr>
                                        <p:cTn id="171" dur="550" decel="100000" fill="hold"/>
                                        <p:tgtEl>
                                          <p:spTgt spid="35"/>
                                        </p:tgtEl>
                                        <p:attrNameLst>
                                          <p:attrName>ppt_x</p:attrName>
                                        </p:attrNameLst>
                                      </p:cBhvr>
                                      <p:tavLst>
                                        <p:tav tm="0">
                                          <p:val>
                                            <p:strVal val="#ppt_x"/>
                                          </p:val>
                                        </p:tav>
                                        <p:tav tm="100000">
                                          <p:val>
                                            <p:strVal val="#ppt_x"/>
                                          </p:val>
                                        </p:tav>
                                      </p:tavLst>
                                    </p:anim>
                                    <p:anim calcmode="lin" valueType="num">
                                      <p:cBhvr>
                                        <p:cTn id="172" dur="550" decel="100000" fill="hold"/>
                                        <p:tgtEl>
                                          <p:spTgt spid="3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29" grpId="0" animBg="1"/>
      <p:bldP spid="30" grpId="0" animBg="1"/>
      <p:bldP spid="9" grpId="0" animBg="1"/>
      <p:bldP spid="10" grpId="0" animBg="1"/>
      <p:bldP spid="12" grpId="0" animBg="1"/>
      <p:bldP spid="13" grpId="0" animBg="1"/>
      <p:bldP spid="31" grpId="0" animBg="1"/>
      <p:bldP spid="32"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33" grpId="0" animBg="1"/>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548640" y="292608"/>
            <a:ext cx="8229600" cy="274320"/>
          </a:xfrm>
          <a:prstGeom prst="rect">
            <a:avLst/>
          </a:prstGeom>
          <a:noFill/>
          <a:ln/>
        </p:spPr>
        <p:txBody>
          <a:bodyPr wrap="square" lIns="0" tIns="0" rIns="0" bIns="0" rtlCol="0" anchor="ctr"/>
          <a:lstStyle/>
          <a:p>
            <a:pPr algn="l" indent="0" marL="0">
              <a:buNone/>
            </a:pPr>
            <a:r>
              <a:rPr lang="en-US" sz="1200" b="1" spc="200" kern="0" dirty="0">
                <a:solidFill>
                  <a:srgbClr val="00B7E5"/>
                </a:solidFill>
              </a:rPr>
              <a:t>TANÁCSADÁS FELSŐ FOKON</a:t>
            </a:r>
            <a:endParaRPr lang="en-US" sz="1200" dirty="0"/>
          </a:p>
        </p:txBody>
      </p:sp>
      <p:sp>
        <p:nvSpPr>
          <p:cNvPr id="3" name="Text 0"/>
          <p:cNvSpPr/>
          <p:nvPr>
            <p:ph idx="102" type="title" hasCustomPrompt="1"/>
          </p:nvPr>
        </p:nvSpPr>
        <p:spPr>
          <a:xfrm>
            <a:off x="548640" y="566928"/>
            <a:ext cx="10058400" cy="640080"/>
          </a:xfrm>
          <a:prstGeom prst="rect">
            <a:avLst/>
          </a:prstGeom>
          <a:noFill/>
          <a:ln/>
        </p:spPr>
        <p:txBody>
          <a:bodyPr wrap="square" lIns="0" tIns="0" rIns="0" bIns="0" rtlCol="0" anchor="ctr"/>
          <a:lstStyle/>
          <a:p>
            <a:pPr algn="l" indent="0" marL="0">
              <a:buNone/>
            </a:pPr>
            <a:r>
              <a:rPr lang="en-US" sz="3000" b="1" dirty="0">
                <a:solidFill>
                  <a:srgbClr val="003366"/>
                </a:solidFill>
              </a:rPr>
              <a:t>Szolgáltatásunk 4 lépésben</a:t>
            </a:r>
            <a:endParaRPr lang="en-US" sz="3000" dirty="0"/>
          </a:p>
        </p:txBody>
      </p:sp>
      <p:sp>
        <p:nvSpPr>
          <p:cNvPr id="4" name="sp0_bg"/>
          <p:cNvSpPr/>
          <p:nvPr/>
        </p:nvSpPr>
        <p:spPr>
          <a:xfrm>
            <a:off x="548640" y="1508760"/>
            <a:ext cx="2606040" cy="4754880"/>
          </a:xfrm>
          <a:prstGeom prst="roundRect">
            <a:avLst>
              <a:gd name="adj" fmla="val 4912"/>
            </a:avLst>
          </a:prstGeom>
          <a:solidFill>
            <a:srgbClr val="EEF5FA"/>
          </a:solidFill>
          <a:ln/>
        </p:spPr>
      </p:sp>
      <p:sp>
        <p:nvSpPr>
          <p:cNvPr id="5" name="sp0_n"/>
          <p:cNvSpPr txBox="1"/>
          <p:nvPr/>
        </p:nvSpPr>
        <p:spPr>
          <a:xfrm>
            <a:off x="822960" y="1783080"/>
            <a:ext cx="1097280" cy="548640"/>
          </a:xfrm>
          <a:prstGeom prst="rect">
            <a:avLst/>
          </a:prstGeom>
          <a:noFill/>
          <a:ln/>
        </p:spPr>
        <p:txBody>
          <a:bodyPr wrap="square" lIns="0" tIns="0" rIns="0" bIns="0" rtlCol="0" anchor="ctr"/>
          <a:lstStyle/>
          <a:p>
            <a:pPr indent="0" marL="0">
              <a:buNone/>
            </a:pPr>
            <a:r>
              <a:rPr lang="en-US" sz="3000" b="1" dirty="0">
                <a:solidFill>
                  <a:srgbClr val="00B7E5"/>
                </a:solidFill>
                <a:latin typeface="Arial" pitchFamily="34" charset="0"/>
                <a:ea typeface="Arial" pitchFamily="34" charset="-122"/>
                <a:cs typeface="Arial" pitchFamily="34" charset="-120"/>
              </a:rPr>
              <a:t>01</a:t>
            </a:r>
            <a:endParaRPr lang="en-US" sz="3000" dirty="0"/>
          </a:p>
        </p:txBody>
      </p:sp>
      <p:sp>
        <p:nvSpPr>
          <p:cNvPr id="6" name="sp0_circ"/>
          <p:cNvSpPr/>
          <p:nvPr/>
        </p:nvSpPr>
        <p:spPr>
          <a:xfrm>
            <a:off x="2240280" y="1755648"/>
            <a:ext cx="640080" cy="640080"/>
          </a:xfrm>
          <a:prstGeom prst="ellipse">
            <a:avLst/>
          </a:prstGeom>
          <a:solidFill>
            <a:srgbClr val="003366"/>
          </a:solidFill>
          <a:ln/>
        </p:spPr>
      </p:sp>
      <p:pic>
        <p:nvPicPr>
          <p:cNvPr id="7" name="sp0_ico" descr="preencoded.png">    </p:cNvPr>
          <p:cNvPicPr>
            <a:picLocks noChangeAspect="1"/>
          </p:cNvPicPr>
          <p:nvPr/>
        </p:nvPicPr>
        <p:blipFill>
          <a:blip r:embed="rId1"/>
          <a:stretch>
            <a:fillRect/>
          </a:stretch>
        </p:blipFill>
        <p:spPr>
          <a:xfrm>
            <a:off x="2404872" y="1920240"/>
            <a:ext cx="310896" cy="310896"/>
          </a:xfrm>
          <a:prstGeom prst="rect">
            <a:avLst/>
          </a:prstGeom>
        </p:spPr>
      </p:pic>
      <p:sp>
        <p:nvSpPr>
          <p:cNvPr id="8" name="sp0_t"/>
          <p:cNvSpPr txBox="1"/>
          <p:nvPr/>
        </p:nvSpPr>
        <p:spPr>
          <a:xfrm>
            <a:off x="822960" y="2560320"/>
            <a:ext cx="2148840" cy="685800"/>
          </a:xfrm>
          <a:prstGeom prst="rect">
            <a:avLst/>
          </a:prstGeom>
          <a:noFill/>
          <a:ln/>
        </p:spPr>
        <p:txBody>
          <a:bodyPr wrap="square" lIns="0" tIns="0" rIns="0" bIns="0" rtlCol="0" anchor="t"/>
          <a:lstStyle/>
          <a:p>
            <a:pPr indent="0" marL="0">
              <a:buNone/>
            </a:pPr>
            <a:r>
              <a:rPr lang="en-US" sz="1900" b="1" dirty="0">
                <a:solidFill>
                  <a:srgbClr val="003366"/>
                </a:solidFill>
                <a:latin typeface="Arial" pitchFamily="34" charset="0"/>
                <a:ea typeface="Arial" pitchFamily="34" charset="-122"/>
                <a:cs typeface="Arial" pitchFamily="34" charset="-120"/>
              </a:rPr>
              <a:t>Igényfelmérés</a:t>
            </a:r>
            <a:endParaRPr lang="en-US" sz="1900" dirty="0"/>
          </a:p>
        </p:txBody>
      </p:sp>
      <p:pic>
        <p:nvPicPr>
          <p:cNvPr id="9" name="sp0_c0" descr="preencoded.png">    </p:cNvPr>
          <p:cNvPicPr>
            <a:picLocks noChangeAspect="1"/>
          </p:cNvPicPr>
          <p:nvPr/>
        </p:nvPicPr>
        <p:blipFill>
          <a:blip r:embed="rId2"/>
          <a:stretch>
            <a:fillRect/>
          </a:stretch>
        </p:blipFill>
        <p:spPr>
          <a:xfrm>
            <a:off x="822960" y="3493008"/>
            <a:ext cx="182880" cy="182880"/>
          </a:xfrm>
          <a:prstGeom prst="rect">
            <a:avLst/>
          </a:prstGeom>
        </p:spPr>
      </p:pic>
      <p:sp>
        <p:nvSpPr>
          <p:cNvPr id="10" name="sp0_i0"/>
          <p:cNvSpPr txBox="1"/>
          <p:nvPr/>
        </p:nvSpPr>
        <p:spPr>
          <a:xfrm>
            <a:off x="1115568" y="3429000"/>
            <a:ext cx="1828800" cy="731520"/>
          </a:xfrm>
          <a:prstGeom prst="rect">
            <a:avLst/>
          </a:prstGeom>
          <a:noFill/>
          <a:ln/>
        </p:spPr>
        <p:txBody>
          <a:bodyPr wrap="square" lIns="0" tIns="0" rIns="0" bIns="0" rtlCol="0" anchor="t"/>
          <a:lstStyle/>
          <a:p>
            <a:pPr indent="0" marL="0">
              <a:buNone/>
            </a:pPr>
            <a:r>
              <a:rPr lang="en-US" sz="1400" dirty="0">
                <a:solidFill>
                  <a:srgbClr val="1A2733"/>
                </a:solidFill>
                <a:latin typeface="Arial" pitchFamily="34" charset="0"/>
                <a:ea typeface="Arial" pitchFamily="34" charset="-122"/>
                <a:cs typeface="Arial" pitchFamily="34" charset="-120"/>
              </a:rPr>
              <a:t>Meglévő termékek felülvizsgálata</a:t>
            </a:r>
            <a:endParaRPr lang="en-US" sz="1400" dirty="0"/>
          </a:p>
        </p:txBody>
      </p:sp>
      <p:pic>
        <p:nvPicPr>
          <p:cNvPr id="11" name="sp0_c1" descr="preencoded.png">    </p:cNvPr>
          <p:cNvPicPr>
            <a:picLocks noChangeAspect="1"/>
          </p:cNvPicPr>
          <p:nvPr/>
        </p:nvPicPr>
        <p:blipFill>
          <a:blip r:embed="rId3"/>
          <a:stretch>
            <a:fillRect/>
          </a:stretch>
        </p:blipFill>
        <p:spPr>
          <a:xfrm>
            <a:off x="822960" y="4334256"/>
            <a:ext cx="182880" cy="182880"/>
          </a:xfrm>
          <a:prstGeom prst="rect">
            <a:avLst/>
          </a:prstGeom>
        </p:spPr>
      </p:pic>
      <p:sp>
        <p:nvSpPr>
          <p:cNvPr id="12" name="sp0_i1"/>
          <p:cNvSpPr txBox="1"/>
          <p:nvPr/>
        </p:nvSpPr>
        <p:spPr>
          <a:xfrm>
            <a:off x="1115568" y="4270248"/>
            <a:ext cx="1828800" cy="731520"/>
          </a:xfrm>
          <a:prstGeom prst="rect">
            <a:avLst/>
          </a:prstGeom>
          <a:noFill/>
          <a:ln/>
        </p:spPr>
        <p:txBody>
          <a:bodyPr wrap="square" lIns="0" tIns="0" rIns="0" bIns="0" rtlCol="0" anchor="t"/>
          <a:lstStyle/>
          <a:p>
            <a:pPr indent="0" marL="0">
              <a:buNone/>
            </a:pPr>
            <a:r>
              <a:rPr lang="en-US" sz="1400" dirty="0">
                <a:solidFill>
                  <a:srgbClr val="1A2733"/>
                </a:solidFill>
                <a:latin typeface="Arial" pitchFamily="34" charset="0"/>
                <a:ea typeface="Arial" pitchFamily="34" charset="-122"/>
                <a:cs typeface="Arial" pitchFamily="34" charset="-120"/>
              </a:rPr>
              <a:t>80–100 ezer Ft spórolás / év</a:t>
            </a:r>
            <a:endParaRPr lang="en-US" sz="1400" dirty="0"/>
          </a:p>
        </p:txBody>
      </p:sp>
      <p:pic>
        <p:nvPicPr>
          <p:cNvPr id="13" name="sp0_c2" descr="preencoded.png">    </p:cNvPr>
          <p:cNvPicPr>
            <a:picLocks noChangeAspect="1"/>
          </p:cNvPicPr>
          <p:nvPr/>
        </p:nvPicPr>
        <p:blipFill>
          <a:blip r:embed="rId4"/>
          <a:stretch>
            <a:fillRect/>
          </a:stretch>
        </p:blipFill>
        <p:spPr>
          <a:xfrm>
            <a:off x="822960" y="5175504"/>
            <a:ext cx="182880" cy="182880"/>
          </a:xfrm>
          <a:prstGeom prst="rect">
            <a:avLst/>
          </a:prstGeom>
        </p:spPr>
      </p:pic>
      <p:sp>
        <p:nvSpPr>
          <p:cNvPr id="14" name="sp0_i2"/>
          <p:cNvSpPr txBox="1"/>
          <p:nvPr/>
        </p:nvSpPr>
        <p:spPr>
          <a:xfrm>
            <a:off x="1115568" y="5111496"/>
            <a:ext cx="1828800" cy="731520"/>
          </a:xfrm>
          <a:prstGeom prst="rect">
            <a:avLst/>
          </a:prstGeom>
          <a:noFill/>
          <a:ln/>
        </p:spPr>
        <p:txBody>
          <a:bodyPr wrap="square" lIns="0" tIns="0" rIns="0" bIns="0" rtlCol="0" anchor="t"/>
          <a:lstStyle/>
          <a:p>
            <a:pPr indent="0" marL="0">
              <a:buNone/>
            </a:pPr>
            <a:r>
              <a:rPr lang="en-US" sz="1400" dirty="0">
                <a:solidFill>
                  <a:srgbClr val="1A2733"/>
                </a:solidFill>
                <a:latin typeface="Arial" pitchFamily="34" charset="0"/>
                <a:ea typeface="Arial" pitchFamily="34" charset="-122"/>
                <a:cs typeface="Arial" pitchFamily="34" charset="-120"/>
              </a:rPr>
              <a:t>Célok felmérése: rövid, közép és hosszú táv</a:t>
            </a:r>
            <a:endParaRPr lang="en-US" sz="1400" dirty="0"/>
          </a:p>
        </p:txBody>
      </p:sp>
      <p:sp>
        <p:nvSpPr>
          <p:cNvPr id="15" name="sp1_bg"/>
          <p:cNvSpPr/>
          <p:nvPr/>
        </p:nvSpPr>
        <p:spPr>
          <a:xfrm>
            <a:off x="3383280" y="1508760"/>
            <a:ext cx="2606040" cy="4754880"/>
          </a:xfrm>
          <a:prstGeom prst="roundRect">
            <a:avLst>
              <a:gd name="adj" fmla="val 4912"/>
            </a:avLst>
          </a:prstGeom>
          <a:solidFill>
            <a:srgbClr val="EEF5FA"/>
          </a:solidFill>
          <a:ln/>
        </p:spPr>
      </p:sp>
      <p:sp>
        <p:nvSpPr>
          <p:cNvPr id="16" name="sp1_n"/>
          <p:cNvSpPr txBox="1"/>
          <p:nvPr/>
        </p:nvSpPr>
        <p:spPr>
          <a:xfrm>
            <a:off x="3657600" y="1783080"/>
            <a:ext cx="1097280" cy="548640"/>
          </a:xfrm>
          <a:prstGeom prst="rect">
            <a:avLst/>
          </a:prstGeom>
          <a:noFill/>
          <a:ln/>
        </p:spPr>
        <p:txBody>
          <a:bodyPr wrap="square" lIns="0" tIns="0" rIns="0" bIns="0" rtlCol="0" anchor="ctr"/>
          <a:lstStyle/>
          <a:p>
            <a:pPr indent="0" marL="0">
              <a:buNone/>
            </a:pPr>
            <a:r>
              <a:rPr lang="en-US" sz="3000" b="1" dirty="0">
                <a:solidFill>
                  <a:srgbClr val="00B7E5"/>
                </a:solidFill>
                <a:latin typeface="Arial" pitchFamily="34" charset="0"/>
                <a:ea typeface="Arial" pitchFamily="34" charset="-122"/>
                <a:cs typeface="Arial" pitchFamily="34" charset="-120"/>
              </a:rPr>
              <a:t>02</a:t>
            </a:r>
            <a:endParaRPr lang="en-US" sz="3000" dirty="0"/>
          </a:p>
        </p:txBody>
      </p:sp>
      <p:sp>
        <p:nvSpPr>
          <p:cNvPr id="17" name="sp1_circ"/>
          <p:cNvSpPr/>
          <p:nvPr/>
        </p:nvSpPr>
        <p:spPr>
          <a:xfrm>
            <a:off x="5074920" y="1755648"/>
            <a:ext cx="640080" cy="640080"/>
          </a:xfrm>
          <a:prstGeom prst="ellipse">
            <a:avLst/>
          </a:prstGeom>
          <a:solidFill>
            <a:srgbClr val="003366"/>
          </a:solidFill>
          <a:ln/>
        </p:spPr>
      </p:sp>
      <p:pic>
        <p:nvPicPr>
          <p:cNvPr id="18" name="sp1_ico" descr="preencoded.png">    </p:cNvPr>
          <p:cNvPicPr>
            <a:picLocks noChangeAspect="1"/>
          </p:cNvPicPr>
          <p:nvPr/>
        </p:nvPicPr>
        <p:blipFill>
          <a:blip r:embed="rId5"/>
          <a:stretch>
            <a:fillRect/>
          </a:stretch>
        </p:blipFill>
        <p:spPr>
          <a:xfrm>
            <a:off x="5239512" y="1920240"/>
            <a:ext cx="310896" cy="310896"/>
          </a:xfrm>
          <a:prstGeom prst="rect">
            <a:avLst/>
          </a:prstGeom>
        </p:spPr>
      </p:pic>
      <p:sp>
        <p:nvSpPr>
          <p:cNvPr id="19" name="sp1_t"/>
          <p:cNvSpPr txBox="1"/>
          <p:nvPr/>
        </p:nvSpPr>
        <p:spPr>
          <a:xfrm>
            <a:off x="3657600" y="2560320"/>
            <a:ext cx="2148840" cy="685800"/>
          </a:xfrm>
          <a:prstGeom prst="rect">
            <a:avLst/>
          </a:prstGeom>
          <a:noFill/>
          <a:ln/>
        </p:spPr>
        <p:txBody>
          <a:bodyPr wrap="square" lIns="0" tIns="0" rIns="0" bIns="0" rtlCol="0" anchor="t"/>
          <a:lstStyle/>
          <a:p>
            <a:pPr indent="0" marL="0">
              <a:buNone/>
            </a:pPr>
            <a:r>
              <a:rPr lang="en-US" sz="1900" b="1" dirty="0">
                <a:solidFill>
                  <a:srgbClr val="003366"/>
                </a:solidFill>
                <a:latin typeface="Arial" pitchFamily="34" charset="0"/>
                <a:ea typeface="Arial" pitchFamily="34" charset="-122"/>
                <a:cs typeface="Arial" pitchFamily="34" charset="-120"/>
              </a:rPr>
              <a:t>A legjobb termék</a:t>
            </a:r>
            <a:endParaRPr lang="en-US" sz="1900" dirty="0"/>
          </a:p>
        </p:txBody>
      </p:sp>
      <p:pic>
        <p:nvPicPr>
          <p:cNvPr id="20" name="sp1_c0" descr="preencoded.png">    </p:cNvPr>
          <p:cNvPicPr>
            <a:picLocks noChangeAspect="1"/>
          </p:cNvPicPr>
          <p:nvPr/>
        </p:nvPicPr>
        <p:blipFill>
          <a:blip r:embed="rId6"/>
          <a:stretch>
            <a:fillRect/>
          </a:stretch>
        </p:blipFill>
        <p:spPr>
          <a:xfrm>
            <a:off x="3657600" y="3493008"/>
            <a:ext cx="182880" cy="182880"/>
          </a:xfrm>
          <a:prstGeom prst="rect">
            <a:avLst/>
          </a:prstGeom>
        </p:spPr>
      </p:pic>
      <p:sp>
        <p:nvSpPr>
          <p:cNvPr id="21" name="sp1_i0"/>
          <p:cNvSpPr txBox="1"/>
          <p:nvPr/>
        </p:nvSpPr>
        <p:spPr>
          <a:xfrm>
            <a:off x="3950208" y="3429000"/>
            <a:ext cx="1828800" cy="731520"/>
          </a:xfrm>
          <a:prstGeom prst="rect">
            <a:avLst/>
          </a:prstGeom>
          <a:noFill/>
          <a:ln/>
        </p:spPr>
        <p:txBody>
          <a:bodyPr wrap="square" lIns="0" tIns="0" rIns="0" bIns="0" rtlCol="0" anchor="t"/>
          <a:lstStyle/>
          <a:p>
            <a:pPr indent="0" marL="0">
              <a:buNone/>
            </a:pPr>
            <a:r>
              <a:rPr lang="en-US" sz="1400" dirty="0">
                <a:solidFill>
                  <a:srgbClr val="1A2733"/>
                </a:solidFill>
                <a:latin typeface="Arial" pitchFamily="34" charset="0"/>
                <a:ea typeface="Arial" pitchFamily="34" charset="-122"/>
                <a:cs typeface="Arial" pitchFamily="34" charset="-120"/>
              </a:rPr>
              <a:t>Válogatott szakemberek</a:t>
            </a:r>
            <a:endParaRPr lang="en-US" sz="1400" dirty="0"/>
          </a:p>
        </p:txBody>
      </p:sp>
      <p:pic>
        <p:nvPicPr>
          <p:cNvPr id="22" name="sp1_c1" descr="preencoded.png">    </p:cNvPr>
          <p:cNvPicPr>
            <a:picLocks noChangeAspect="1"/>
          </p:cNvPicPr>
          <p:nvPr/>
        </p:nvPicPr>
        <p:blipFill>
          <a:blip r:embed="rId7"/>
          <a:stretch>
            <a:fillRect/>
          </a:stretch>
        </p:blipFill>
        <p:spPr>
          <a:xfrm>
            <a:off x="3657600" y="4334256"/>
            <a:ext cx="182880" cy="182880"/>
          </a:xfrm>
          <a:prstGeom prst="rect">
            <a:avLst/>
          </a:prstGeom>
        </p:spPr>
      </p:pic>
      <p:sp>
        <p:nvSpPr>
          <p:cNvPr id="23" name="sp1_i1"/>
          <p:cNvSpPr txBox="1"/>
          <p:nvPr/>
        </p:nvSpPr>
        <p:spPr>
          <a:xfrm>
            <a:off x="3950208" y="4270248"/>
            <a:ext cx="1828800" cy="731520"/>
          </a:xfrm>
          <a:prstGeom prst="rect">
            <a:avLst/>
          </a:prstGeom>
          <a:noFill/>
          <a:ln/>
        </p:spPr>
        <p:txBody>
          <a:bodyPr wrap="square" lIns="0" tIns="0" rIns="0" bIns="0" rtlCol="0" anchor="t"/>
          <a:lstStyle/>
          <a:p>
            <a:pPr indent="0" marL="0">
              <a:buNone/>
            </a:pPr>
            <a:r>
              <a:rPr lang="en-US" sz="1400" dirty="0">
                <a:solidFill>
                  <a:srgbClr val="1A2733"/>
                </a:solidFill>
                <a:latin typeface="Arial" pitchFamily="34" charset="0"/>
                <a:ea typeface="Arial" pitchFamily="34" charset="-122"/>
                <a:cs typeface="Arial" pitchFamily="34" charset="-120"/>
              </a:rPr>
              <a:t>Személyre szabott</a:t>
            </a:r>
            <a:endParaRPr lang="en-US" sz="1400" dirty="0"/>
          </a:p>
        </p:txBody>
      </p:sp>
      <p:pic>
        <p:nvPicPr>
          <p:cNvPr id="24" name="sp1_c2" descr="preencoded.png">    </p:cNvPr>
          <p:cNvPicPr>
            <a:picLocks noChangeAspect="1"/>
          </p:cNvPicPr>
          <p:nvPr/>
        </p:nvPicPr>
        <p:blipFill>
          <a:blip r:embed="rId8"/>
          <a:stretch>
            <a:fillRect/>
          </a:stretch>
        </p:blipFill>
        <p:spPr>
          <a:xfrm>
            <a:off x="3657600" y="5175504"/>
            <a:ext cx="182880" cy="182880"/>
          </a:xfrm>
          <a:prstGeom prst="rect">
            <a:avLst/>
          </a:prstGeom>
        </p:spPr>
      </p:pic>
      <p:sp>
        <p:nvSpPr>
          <p:cNvPr id="25" name="sp1_i2"/>
          <p:cNvSpPr txBox="1"/>
          <p:nvPr/>
        </p:nvSpPr>
        <p:spPr>
          <a:xfrm>
            <a:off x="3950208" y="5111496"/>
            <a:ext cx="1828800" cy="731520"/>
          </a:xfrm>
          <a:prstGeom prst="rect">
            <a:avLst/>
          </a:prstGeom>
          <a:noFill/>
          <a:ln/>
        </p:spPr>
        <p:txBody>
          <a:bodyPr wrap="square" lIns="0" tIns="0" rIns="0" bIns="0" rtlCol="0" anchor="t"/>
          <a:lstStyle/>
          <a:p>
            <a:pPr indent="0" marL="0">
              <a:buNone/>
            </a:pPr>
            <a:r>
              <a:rPr lang="en-US" sz="1400" dirty="0">
                <a:solidFill>
                  <a:srgbClr val="1A2733"/>
                </a:solidFill>
                <a:latin typeface="Arial" pitchFamily="34" charset="0"/>
                <a:ea typeface="Arial" pitchFamily="34" charset="-122"/>
                <a:cs typeface="Arial" pitchFamily="34" charset="-120"/>
              </a:rPr>
              <a:t>Biztonságos portfólió</a:t>
            </a:r>
            <a:endParaRPr lang="en-US" sz="1400" dirty="0"/>
          </a:p>
        </p:txBody>
      </p:sp>
      <p:sp>
        <p:nvSpPr>
          <p:cNvPr id="26" name="sp2_bg"/>
          <p:cNvSpPr/>
          <p:nvPr/>
        </p:nvSpPr>
        <p:spPr>
          <a:xfrm>
            <a:off x="6217920" y="1508760"/>
            <a:ext cx="2606040" cy="4754880"/>
          </a:xfrm>
          <a:prstGeom prst="roundRect">
            <a:avLst>
              <a:gd name="adj" fmla="val 4912"/>
            </a:avLst>
          </a:prstGeom>
          <a:solidFill>
            <a:srgbClr val="EEF5FA"/>
          </a:solidFill>
          <a:ln/>
        </p:spPr>
      </p:sp>
      <p:sp>
        <p:nvSpPr>
          <p:cNvPr id="27" name="sp2_n"/>
          <p:cNvSpPr txBox="1"/>
          <p:nvPr/>
        </p:nvSpPr>
        <p:spPr>
          <a:xfrm>
            <a:off x="6492240" y="1783080"/>
            <a:ext cx="1097280" cy="548640"/>
          </a:xfrm>
          <a:prstGeom prst="rect">
            <a:avLst/>
          </a:prstGeom>
          <a:noFill/>
          <a:ln/>
        </p:spPr>
        <p:txBody>
          <a:bodyPr wrap="square" lIns="0" tIns="0" rIns="0" bIns="0" rtlCol="0" anchor="ctr"/>
          <a:lstStyle/>
          <a:p>
            <a:pPr indent="0" marL="0">
              <a:buNone/>
            </a:pPr>
            <a:r>
              <a:rPr lang="en-US" sz="3000" b="1" dirty="0">
                <a:solidFill>
                  <a:srgbClr val="00B7E5"/>
                </a:solidFill>
                <a:latin typeface="Arial" pitchFamily="34" charset="0"/>
                <a:ea typeface="Arial" pitchFamily="34" charset="-122"/>
                <a:cs typeface="Arial" pitchFamily="34" charset="-120"/>
              </a:rPr>
              <a:t>03</a:t>
            </a:r>
            <a:endParaRPr lang="en-US" sz="3000" dirty="0"/>
          </a:p>
        </p:txBody>
      </p:sp>
      <p:sp>
        <p:nvSpPr>
          <p:cNvPr id="28" name="sp2_circ"/>
          <p:cNvSpPr/>
          <p:nvPr/>
        </p:nvSpPr>
        <p:spPr>
          <a:xfrm>
            <a:off x="7909560" y="1755648"/>
            <a:ext cx="640080" cy="640080"/>
          </a:xfrm>
          <a:prstGeom prst="ellipse">
            <a:avLst/>
          </a:prstGeom>
          <a:solidFill>
            <a:srgbClr val="003366"/>
          </a:solidFill>
          <a:ln/>
        </p:spPr>
      </p:sp>
      <p:pic>
        <p:nvPicPr>
          <p:cNvPr id="29" name="sp2_ico" descr="preencoded.png">    </p:cNvPr>
          <p:cNvPicPr>
            <a:picLocks noChangeAspect="1"/>
          </p:cNvPicPr>
          <p:nvPr/>
        </p:nvPicPr>
        <p:blipFill>
          <a:blip r:embed="rId9"/>
          <a:stretch>
            <a:fillRect/>
          </a:stretch>
        </p:blipFill>
        <p:spPr>
          <a:xfrm>
            <a:off x="8074152" y="1920240"/>
            <a:ext cx="310896" cy="310896"/>
          </a:xfrm>
          <a:prstGeom prst="rect">
            <a:avLst/>
          </a:prstGeom>
        </p:spPr>
      </p:pic>
      <p:sp>
        <p:nvSpPr>
          <p:cNvPr id="30" name="sp2_t"/>
          <p:cNvSpPr txBox="1"/>
          <p:nvPr/>
        </p:nvSpPr>
        <p:spPr>
          <a:xfrm>
            <a:off x="6492240" y="2560320"/>
            <a:ext cx="2148840" cy="685800"/>
          </a:xfrm>
          <a:prstGeom prst="rect">
            <a:avLst/>
          </a:prstGeom>
          <a:noFill/>
          <a:ln/>
        </p:spPr>
        <p:txBody>
          <a:bodyPr wrap="square" lIns="0" tIns="0" rIns="0" bIns="0" rtlCol="0" anchor="t"/>
          <a:lstStyle/>
          <a:p>
            <a:pPr indent="0" marL="0">
              <a:buNone/>
            </a:pPr>
            <a:r>
              <a:rPr lang="en-US" sz="1900" b="1" dirty="0">
                <a:solidFill>
                  <a:srgbClr val="003366"/>
                </a:solidFill>
                <a:latin typeface="Arial" pitchFamily="34" charset="0"/>
                <a:ea typeface="Arial" pitchFamily="34" charset="-122"/>
                <a:cs typeface="Arial" pitchFamily="34" charset="-120"/>
              </a:rPr>
              <a:t>Tanácsadás</a:t>
            </a:r>
            <a:endParaRPr lang="en-US" sz="1900" dirty="0"/>
          </a:p>
        </p:txBody>
      </p:sp>
      <p:pic>
        <p:nvPicPr>
          <p:cNvPr id="31" name="sp2_c0" descr="preencoded.png">    </p:cNvPr>
          <p:cNvPicPr>
            <a:picLocks noChangeAspect="1"/>
          </p:cNvPicPr>
          <p:nvPr/>
        </p:nvPicPr>
        <p:blipFill>
          <a:blip r:embed="rId10"/>
          <a:stretch>
            <a:fillRect/>
          </a:stretch>
        </p:blipFill>
        <p:spPr>
          <a:xfrm>
            <a:off x="6492240" y="3493008"/>
            <a:ext cx="182880" cy="182880"/>
          </a:xfrm>
          <a:prstGeom prst="rect">
            <a:avLst/>
          </a:prstGeom>
        </p:spPr>
      </p:pic>
      <p:sp>
        <p:nvSpPr>
          <p:cNvPr id="32" name="sp2_i0"/>
          <p:cNvSpPr txBox="1"/>
          <p:nvPr/>
        </p:nvSpPr>
        <p:spPr>
          <a:xfrm>
            <a:off x="6784848" y="3429000"/>
            <a:ext cx="1828800" cy="731520"/>
          </a:xfrm>
          <a:prstGeom prst="rect">
            <a:avLst/>
          </a:prstGeom>
          <a:noFill/>
          <a:ln/>
        </p:spPr>
        <p:txBody>
          <a:bodyPr wrap="square" lIns="0" tIns="0" rIns="0" bIns="0" rtlCol="0" anchor="t"/>
          <a:lstStyle/>
          <a:p>
            <a:pPr indent="0" marL="0">
              <a:buNone/>
            </a:pPr>
            <a:r>
              <a:rPr lang="en-US" sz="1400" dirty="0">
                <a:solidFill>
                  <a:srgbClr val="1A2733"/>
                </a:solidFill>
                <a:latin typeface="Arial" pitchFamily="34" charset="0"/>
                <a:ea typeface="Arial" pitchFamily="34" charset="-122"/>
                <a:cs typeface="Arial" pitchFamily="34" charset="-120"/>
              </a:rPr>
              <a:t>Kiválasztott termékek prezentálása</a:t>
            </a:r>
            <a:endParaRPr lang="en-US" sz="1400" dirty="0"/>
          </a:p>
        </p:txBody>
      </p:sp>
      <p:pic>
        <p:nvPicPr>
          <p:cNvPr id="33" name="sp2_c1" descr="preencoded.png">    </p:cNvPr>
          <p:cNvPicPr>
            <a:picLocks noChangeAspect="1"/>
          </p:cNvPicPr>
          <p:nvPr/>
        </p:nvPicPr>
        <p:blipFill>
          <a:blip r:embed="rId11"/>
          <a:stretch>
            <a:fillRect/>
          </a:stretch>
        </p:blipFill>
        <p:spPr>
          <a:xfrm>
            <a:off x="6492240" y="4334256"/>
            <a:ext cx="182880" cy="182880"/>
          </a:xfrm>
          <a:prstGeom prst="rect">
            <a:avLst/>
          </a:prstGeom>
        </p:spPr>
      </p:pic>
      <p:sp>
        <p:nvSpPr>
          <p:cNvPr id="34" name="sp2_i1"/>
          <p:cNvSpPr txBox="1"/>
          <p:nvPr/>
        </p:nvSpPr>
        <p:spPr>
          <a:xfrm>
            <a:off x="6784848" y="4270248"/>
            <a:ext cx="1828800" cy="731520"/>
          </a:xfrm>
          <a:prstGeom prst="rect">
            <a:avLst/>
          </a:prstGeom>
          <a:noFill/>
          <a:ln/>
        </p:spPr>
        <p:txBody>
          <a:bodyPr wrap="square" lIns="0" tIns="0" rIns="0" bIns="0" rtlCol="0" anchor="t"/>
          <a:lstStyle/>
          <a:p>
            <a:pPr indent="0" marL="0">
              <a:buNone/>
            </a:pPr>
            <a:r>
              <a:rPr lang="en-US" sz="1400" dirty="0">
                <a:solidFill>
                  <a:srgbClr val="1A2733"/>
                </a:solidFill>
                <a:latin typeface="Arial" pitchFamily="34" charset="0"/>
                <a:ea typeface="Arial" pitchFamily="34" charset="-122"/>
                <a:cs typeface="Arial" pitchFamily="34" charset="-120"/>
              </a:rPr>
              <a:t>Online ügyintézés lehetősége</a:t>
            </a:r>
            <a:endParaRPr lang="en-US" sz="1400" dirty="0"/>
          </a:p>
        </p:txBody>
      </p:sp>
      <p:sp>
        <p:nvSpPr>
          <p:cNvPr id="35" name="sp3_bg"/>
          <p:cNvSpPr/>
          <p:nvPr/>
        </p:nvSpPr>
        <p:spPr>
          <a:xfrm>
            <a:off x="9052560" y="1508760"/>
            <a:ext cx="2606040" cy="4754880"/>
          </a:xfrm>
          <a:prstGeom prst="roundRect">
            <a:avLst>
              <a:gd name="adj" fmla="val 4912"/>
            </a:avLst>
          </a:prstGeom>
          <a:solidFill>
            <a:srgbClr val="003366"/>
          </a:solidFill>
          <a:ln/>
          <a:effectLst>
            <a:outerShdw sx="100000" sy="100000" kx="0" ky="0" algn="bl" rotWithShape="0" blurRad="152400" dist="38100" dir="5400000">
              <a:srgbClr val="0B2A4A">
                <a:alpha val="14000"/>
              </a:srgbClr>
            </a:outerShdw>
          </a:effectLst>
        </p:spPr>
      </p:sp>
      <p:sp>
        <p:nvSpPr>
          <p:cNvPr id="36" name="sp3_n"/>
          <p:cNvSpPr txBox="1"/>
          <p:nvPr/>
        </p:nvSpPr>
        <p:spPr>
          <a:xfrm>
            <a:off x="9326880" y="1783080"/>
            <a:ext cx="1097280" cy="548640"/>
          </a:xfrm>
          <a:prstGeom prst="rect">
            <a:avLst/>
          </a:prstGeom>
          <a:noFill/>
          <a:ln/>
        </p:spPr>
        <p:txBody>
          <a:bodyPr wrap="square" lIns="0" tIns="0" rIns="0" bIns="0" rtlCol="0" anchor="ctr"/>
          <a:lstStyle/>
          <a:p>
            <a:pPr indent="0" marL="0">
              <a:buNone/>
            </a:pPr>
            <a:r>
              <a:rPr lang="en-US" sz="3000" b="1" dirty="0">
                <a:solidFill>
                  <a:srgbClr val="00B7E5"/>
                </a:solidFill>
                <a:latin typeface="Arial" pitchFamily="34" charset="0"/>
                <a:ea typeface="Arial" pitchFamily="34" charset="-122"/>
                <a:cs typeface="Arial" pitchFamily="34" charset="-120"/>
              </a:rPr>
              <a:t>04</a:t>
            </a:r>
            <a:endParaRPr lang="en-US" sz="3000" dirty="0"/>
          </a:p>
        </p:txBody>
      </p:sp>
      <p:sp>
        <p:nvSpPr>
          <p:cNvPr id="37" name="sp3_circ"/>
          <p:cNvSpPr/>
          <p:nvPr/>
        </p:nvSpPr>
        <p:spPr>
          <a:xfrm>
            <a:off x="10744200" y="1755648"/>
            <a:ext cx="640080" cy="640080"/>
          </a:xfrm>
          <a:prstGeom prst="ellipse">
            <a:avLst/>
          </a:prstGeom>
          <a:solidFill>
            <a:srgbClr val="00B7E5"/>
          </a:solidFill>
          <a:ln/>
        </p:spPr>
      </p:sp>
      <p:pic>
        <p:nvPicPr>
          <p:cNvPr id="38" name="sp3_ico" descr="preencoded.png">    </p:cNvPr>
          <p:cNvPicPr>
            <a:picLocks noChangeAspect="1"/>
          </p:cNvPicPr>
          <p:nvPr/>
        </p:nvPicPr>
        <p:blipFill>
          <a:blip r:embed="rId12"/>
          <a:stretch>
            <a:fillRect/>
          </a:stretch>
        </p:blipFill>
        <p:spPr>
          <a:xfrm>
            <a:off x="10908792" y="1920240"/>
            <a:ext cx="310896" cy="310896"/>
          </a:xfrm>
          <a:prstGeom prst="rect">
            <a:avLst/>
          </a:prstGeom>
        </p:spPr>
      </p:pic>
      <p:sp>
        <p:nvSpPr>
          <p:cNvPr id="39" name="sp3_t"/>
          <p:cNvSpPr txBox="1"/>
          <p:nvPr/>
        </p:nvSpPr>
        <p:spPr>
          <a:xfrm>
            <a:off x="9326880" y="2560320"/>
            <a:ext cx="2148840" cy="68580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Kiemelkedő szerviz</a:t>
            </a:r>
            <a:endParaRPr lang="en-US" sz="1900" dirty="0"/>
          </a:p>
        </p:txBody>
      </p:sp>
      <p:pic>
        <p:nvPicPr>
          <p:cNvPr id="40" name="sp3_c0" descr="preencoded.png">    </p:cNvPr>
          <p:cNvPicPr>
            <a:picLocks noChangeAspect="1"/>
          </p:cNvPicPr>
          <p:nvPr/>
        </p:nvPicPr>
        <p:blipFill>
          <a:blip r:embed="rId13"/>
          <a:stretch>
            <a:fillRect/>
          </a:stretch>
        </p:blipFill>
        <p:spPr>
          <a:xfrm>
            <a:off x="9326880" y="3493008"/>
            <a:ext cx="182880" cy="182880"/>
          </a:xfrm>
          <a:prstGeom prst="rect">
            <a:avLst/>
          </a:prstGeom>
        </p:spPr>
      </p:pic>
      <p:sp>
        <p:nvSpPr>
          <p:cNvPr id="41" name="sp3_i0"/>
          <p:cNvSpPr txBox="1"/>
          <p:nvPr/>
        </p:nvSpPr>
        <p:spPr>
          <a:xfrm>
            <a:off x="9619488" y="3429000"/>
            <a:ext cx="1828800" cy="731520"/>
          </a:xfrm>
          <a:prstGeom prst="rect">
            <a:avLst/>
          </a:prstGeom>
          <a:noFill/>
          <a:ln/>
        </p:spPr>
        <p:txBody>
          <a:bodyPr wrap="square" lIns="0" tIns="0" rIns="0" bIns="0" rtlCol="0" anchor="t"/>
          <a:lstStyle/>
          <a:p>
            <a:pPr indent="0" marL="0">
              <a:buNone/>
            </a:pPr>
            <a:r>
              <a:rPr lang="en-US" sz="1400" dirty="0">
                <a:solidFill>
                  <a:srgbClr val="E3F4FB"/>
                </a:solidFill>
                <a:latin typeface="Arial" pitchFamily="34" charset="0"/>
                <a:ea typeface="Arial" pitchFamily="34" charset="-122"/>
                <a:cs typeface="Arial" pitchFamily="34" charset="-120"/>
              </a:rPr>
              <a:t>Folyamatos tájékoztatás</a:t>
            </a:r>
            <a:endParaRPr lang="en-US" sz="1400" dirty="0"/>
          </a:p>
        </p:txBody>
      </p:sp>
      <p:pic>
        <p:nvPicPr>
          <p:cNvPr id="42" name="sp3_c1" descr="preencoded.png">    </p:cNvPr>
          <p:cNvPicPr>
            <a:picLocks noChangeAspect="1"/>
          </p:cNvPicPr>
          <p:nvPr/>
        </p:nvPicPr>
        <p:blipFill>
          <a:blip r:embed="rId14"/>
          <a:stretch>
            <a:fillRect/>
          </a:stretch>
        </p:blipFill>
        <p:spPr>
          <a:xfrm>
            <a:off x="9326880" y="4334256"/>
            <a:ext cx="182880" cy="182880"/>
          </a:xfrm>
          <a:prstGeom prst="rect">
            <a:avLst/>
          </a:prstGeom>
        </p:spPr>
      </p:pic>
      <p:sp>
        <p:nvSpPr>
          <p:cNvPr id="43" name="sp3_i1"/>
          <p:cNvSpPr txBox="1"/>
          <p:nvPr/>
        </p:nvSpPr>
        <p:spPr>
          <a:xfrm>
            <a:off x="9619488" y="4270248"/>
            <a:ext cx="1828800" cy="731520"/>
          </a:xfrm>
          <a:prstGeom prst="rect">
            <a:avLst/>
          </a:prstGeom>
          <a:noFill/>
          <a:ln/>
        </p:spPr>
        <p:txBody>
          <a:bodyPr wrap="square" lIns="0" tIns="0" rIns="0" bIns="0" rtlCol="0" anchor="t"/>
          <a:lstStyle/>
          <a:p>
            <a:pPr indent="0" marL="0">
              <a:buNone/>
            </a:pPr>
            <a:r>
              <a:rPr lang="en-US" sz="1400" dirty="0">
                <a:solidFill>
                  <a:srgbClr val="E3F4FB"/>
                </a:solidFill>
                <a:latin typeface="Arial" pitchFamily="34" charset="0"/>
                <a:ea typeface="Arial" pitchFamily="34" charset="-122"/>
                <a:cs typeface="Arial" pitchFamily="34" charset="-120"/>
              </a:rPr>
              <a:t>Piaci változások lekövetése</a:t>
            </a:r>
            <a:endParaRPr lang="en-US" sz="1400" dirty="0"/>
          </a:p>
        </p:txBody>
      </p:sp>
      <p:pic>
        <p:nvPicPr>
          <p:cNvPr id="44" name="sp3_c2" descr="preencoded.png">    </p:cNvPr>
          <p:cNvPicPr>
            <a:picLocks noChangeAspect="1"/>
          </p:cNvPicPr>
          <p:nvPr/>
        </p:nvPicPr>
        <p:blipFill>
          <a:blip r:embed="rId15"/>
          <a:stretch>
            <a:fillRect/>
          </a:stretch>
        </p:blipFill>
        <p:spPr>
          <a:xfrm>
            <a:off x="9326880" y="5175504"/>
            <a:ext cx="182880" cy="182880"/>
          </a:xfrm>
          <a:prstGeom prst="rect">
            <a:avLst/>
          </a:prstGeom>
        </p:spPr>
      </p:pic>
      <p:sp>
        <p:nvSpPr>
          <p:cNvPr id="45" name="sp3_i2"/>
          <p:cNvSpPr txBox="1"/>
          <p:nvPr/>
        </p:nvSpPr>
        <p:spPr>
          <a:xfrm>
            <a:off x="9619488" y="5111496"/>
            <a:ext cx="1828800" cy="731520"/>
          </a:xfrm>
          <a:prstGeom prst="rect">
            <a:avLst/>
          </a:prstGeom>
          <a:noFill/>
          <a:ln/>
        </p:spPr>
        <p:txBody>
          <a:bodyPr wrap="square" lIns="0" tIns="0" rIns="0" bIns="0" rtlCol="0" anchor="t"/>
          <a:lstStyle/>
          <a:p>
            <a:pPr indent="0" marL="0">
              <a:buNone/>
            </a:pPr>
            <a:r>
              <a:rPr lang="en-US" sz="1400" dirty="0">
                <a:solidFill>
                  <a:srgbClr val="E3F4FB"/>
                </a:solidFill>
                <a:latin typeface="Arial" pitchFamily="34" charset="0"/>
                <a:ea typeface="Arial" pitchFamily="34" charset="-122"/>
                <a:cs typeface="Arial" pitchFamily="34" charset="-120"/>
              </a:rPr>
              <a:t>Élethelyzetbeli változások megoldása</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8" fill="hold">
                      <p:stCondLst>
                        <p:cond delay="indefinite"/>
                      </p:stCondLst>
                      <p:childTnLst>
                        <p:par>
                          <p:cTn id="5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50"/>
                                        <p:tgtEl>
                                          <p:spTgt spid="4"/>
                                        </p:tgtEl>
                                      </p:cBhvr>
                                    </p:animEffect>
                                    <p:anim calcmode="lin" valueType="num">
                                      <p:cBhvr>
                                        <p:cTn id="6" dur="550" decel="100000" fill="hold"/>
                                        <p:tgtEl>
                                          <p:spTgt spid="4"/>
                                        </p:tgtEl>
                                        <p:attrNameLst>
                                          <p:attrName>ppt_x</p:attrName>
                                        </p:attrNameLst>
                                      </p:cBhvr>
                                      <p:tavLst>
                                        <p:tav tm="0">
                                          <p:val>
                                            <p:strVal val="#ppt_x"/>
                                          </p:val>
                                        </p:tav>
                                        <p:tav tm="100000">
                                          <p:val>
                                            <p:strVal val="#ppt_x"/>
                                          </p:val>
                                        </p:tav>
                                      </p:tavLst>
                                    </p:anim>
                                    <p:anim calcmode="lin" valueType="num">
                                      <p:cBhvr>
                                        <p:cTn id="7" dur="550" decel="100000" fill="hold"/>
                                        <p:tgtEl>
                                          <p:spTgt spid="4"/>
                                        </p:tgtEl>
                                        <p:attrNameLst>
                                          <p:attrName>ppt_y</p:attrName>
                                        </p:attrNameLst>
                                      </p:cBhvr>
                                      <p:tavLst>
                                        <p:tav tm="0">
                                          <p:val>
                                            <p:strVal val="#ppt_y+.04"/>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p:cTn id="11" dur="550" decel="100000" fill="hold"/>
                                        <p:tgtEl>
                                          <p:spTgt spid="5"/>
                                        </p:tgtEl>
                                        <p:attrNameLst>
                                          <p:attrName>ppt_x</p:attrName>
                                        </p:attrNameLst>
                                      </p:cBhvr>
                                      <p:tavLst>
                                        <p:tav tm="0">
                                          <p:val>
                                            <p:strVal val="#ppt_x"/>
                                          </p:val>
                                        </p:tav>
                                        <p:tav tm="100000">
                                          <p:val>
                                            <p:strVal val="#ppt_x"/>
                                          </p:val>
                                        </p:tav>
                                      </p:tavLst>
                                    </p:anim>
                                    <p:anim calcmode="lin" valueType="num">
                                      <p:cBhvr>
                                        <p:cTn id="12" dur="550" decel="100000" fill="hold"/>
                                        <p:tgtEl>
                                          <p:spTgt spid="5"/>
                                        </p:tgtEl>
                                        <p:attrNameLst>
                                          <p:attrName>ppt_y</p:attrName>
                                        </p:attrNameLst>
                                      </p:cBhvr>
                                      <p:tavLst>
                                        <p:tav tm="0">
                                          <p:val>
                                            <p:strVal val="#ppt_y+.04"/>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50"/>
                                        <p:tgtEl>
                                          <p:spTgt spid="6"/>
                                        </p:tgtEl>
                                      </p:cBhvr>
                                    </p:animEffect>
                                    <p:anim calcmode="lin" valueType="num">
                                      <p:cBhvr>
                                        <p:cTn id="16" dur="550" decel="100000" fill="hold"/>
                                        <p:tgtEl>
                                          <p:spTgt spid="6"/>
                                        </p:tgtEl>
                                        <p:attrNameLst>
                                          <p:attrName>ppt_x</p:attrName>
                                        </p:attrNameLst>
                                      </p:cBhvr>
                                      <p:tavLst>
                                        <p:tav tm="0">
                                          <p:val>
                                            <p:strVal val="#ppt_x"/>
                                          </p:val>
                                        </p:tav>
                                        <p:tav tm="100000">
                                          <p:val>
                                            <p:strVal val="#ppt_x"/>
                                          </p:val>
                                        </p:tav>
                                      </p:tavLst>
                                    </p:anim>
                                    <p:anim calcmode="lin" valueType="num">
                                      <p:cBhvr>
                                        <p:cTn id="17" dur="550" decel="100000" fill="hold"/>
                                        <p:tgtEl>
                                          <p:spTgt spid="6"/>
                                        </p:tgtEl>
                                        <p:attrNameLst>
                                          <p:attrName>ppt_y</p:attrName>
                                        </p:attrNameLst>
                                      </p:cBhvr>
                                      <p:tavLst>
                                        <p:tav tm="0">
                                          <p:val>
                                            <p:strVal val="#ppt_y+.04"/>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50"/>
                                        <p:tgtEl>
                                          <p:spTgt spid="7"/>
                                        </p:tgtEl>
                                      </p:cBhvr>
                                    </p:animEffect>
                                    <p:anim calcmode="lin" valueType="num">
                                      <p:cBhvr>
                                        <p:cTn id="21" dur="550" decel="100000" fill="hold"/>
                                        <p:tgtEl>
                                          <p:spTgt spid="7"/>
                                        </p:tgtEl>
                                        <p:attrNameLst>
                                          <p:attrName>ppt_x</p:attrName>
                                        </p:attrNameLst>
                                      </p:cBhvr>
                                      <p:tavLst>
                                        <p:tav tm="0">
                                          <p:val>
                                            <p:strVal val="#ppt_x"/>
                                          </p:val>
                                        </p:tav>
                                        <p:tav tm="100000">
                                          <p:val>
                                            <p:strVal val="#ppt_x"/>
                                          </p:val>
                                        </p:tav>
                                      </p:tavLst>
                                    </p:anim>
                                    <p:anim calcmode="lin" valueType="num">
                                      <p:cBhvr>
                                        <p:cTn id="22" dur="550" decel="100000" fill="hold"/>
                                        <p:tgtEl>
                                          <p:spTgt spid="7"/>
                                        </p:tgtEl>
                                        <p:attrNameLst>
                                          <p:attrName>ppt_y</p:attrName>
                                        </p:attrNameLst>
                                      </p:cBhvr>
                                      <p:tavLst>
                                        <p:tav tm="0">
                                          <p:val>
                                            <p:strVal val="#ppt_y+.04"/>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50"/>
                                        <p:tgtEl>
                                          <p:spTgt spid="8"/>
                                        </p:tgtEl>
                                      </p:cBhvr>
                                    </p:animEffect>
                                    <p:anim calcmode="lin" valueType="num">
                                      <p:cBhvr>
                                        <p:cTn id="26" dur="550" decel="100000" fill="hold"/>
                                        <p:tgtEl>
                                          <p:spTgt spid="8"/>
                                        </p:tgtEl>
                                        <p:attrNameLst>
                                          <p:attrName>ppt_x</p:attrName>
                                        </p:attrNameLst>
                                      </p:cBhvr>
                                      <p:tavLst>
                                        <p:tav tm="0">
                                          <p:val>
                                            <p:strVal val="#ppt_x"/>
                                          </p:val>
                                        </p:tav>
                                        <p:tav tm="100000">
                                          <p:val>
                                            <p:strVal val="#ppt_x"/>
                                          </p:val>
                                        </p:tav>
                                      </p:tavLst>
                                    </p:anim>
                                    <p:anim calcmode="lin" valueType="num">
                                      <p:cBhvr>
                                        <p:cTn id="27" dur="550" decel="100000" fill="hold"/>
                                        <p:tgtEl>
                                          <p:spTgt spid="8"/>
                                        </p:tgtEl>
                                        <p:attrNameLst>
                                          <p:attrName>ppt_y</p:attrName>
                                        </p:attrNameLst>
                                      </p:cBhvr>
                                      <p:tavLst>
                                        <p:tav tm="0">
                                          <p:val>
                                            <p:strVal val="#ppt_y+.04"/>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anim calcmode="lin" valueType="num">
                                      <p:cBhvr>
                                        <p:cTn id="31" dur="550" decel="100000" fill="hold"/>
                                        <p:tgtEl>
                                          <p:spTgt spid="9"/>
                                        </p:tgtEl>
                                        <p:attrNameLst>
                                          <p:attrName>ppt_x</p:attrName>
                                        </p:attrNameLst>
                                      </p:cBhvr>
                                      <p:tavLst>
                                        <p:tav tm="0">
                                          <p:val>
                                            <p:strVal val="#ppt_x"/>
                                          </p:val>
                                        </p:tav>
                                        <p:tav tm="100000">
                                          <p:val>
                                            <p:strVal val="#ppt_x"/>
                                          </p:val>
                                        </p:tav>
                                      </p:tavLst>
                                    </p:anim>
                                    <p:anim calcmode="lin" valueType="num">
                                      <p:cBhvr>
                                        <p:cTn id="32" dur="550" decel="100000" fill="hold"/>
                                        <p:tgtEl>
                                          <p:spTgt spid="9"/>
                                        </p:tgtEl>
                                        <p:attrNameLst>
                                          <p:attrName>ppt_y</p:attrName>
                                        </p:attrNameLst>
                                      </p:cBhvr>
                                      <p:tavLst>
                                        <p:tav tm="0">
                                          <p:val>
                                            <p:strVal val="#ppt_y+.04"/>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50"/>
                                        <p:tgtEl>
                                          <p:spTgt spid="10"/>
                                        </p:tgtEl>
                                      </p:cBhvr>
                                    </p:animEffect>
                                    <p:anim calcmode="lin" valueType="num">
                                      <p:cBhvr>
                                        <p:cTn id="36" dur="550" decel="100000" fill="hold"/>
                                        <p:tgtEl>
                                          <p:spTgt spid="10"/>
                                        </p:tgtEl>
                                        <p:attrNameLst>
                                          <p:attrName>ppt_x</p:attrName>
                                        </p:attrNameLst>
                                      </p:cBhvr>
                                      <p:tavLst>
                                        <p:tav tm="0">
                                          <p:val>
                                            <p:strVal val="#ppt_x"/>
                                          </p:val>
                                        </p:tav>
                                        <p:tav tm="100000">
                                          <p:val>
                                            <p:strVal val="#ppt_x"/>
                                          </p:val>
                                        </p:tav>
                                      </p:tavLst>
                                    </p:anim>
                                    <p:anim calcmode="lin" valueType="num">
                                      <p:cBhvr>
                                        <p:cTn id="37" dur="550" decel="100000" fill="hold"/>
                                        <p:tgtEl>
                                          <p:spTgt spid="10"/>
                                        </p:tgtEl>
                                        <p:attrNameLst>
                                          <p:attrName>ppt_y</p:attrName>
                                        </p:attrNameLst>
                                      </p:cBhvr>
                                      <p:tavLst>
                                        <p:tav tm="0">
                                          <p:val>
                                            <p:strVal val="#ppt_y+.04"/>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50"/>
                                        <p:tgtEl>
                                          <p:spTgt spid="11"/>
                                        </p:tgtEl>
                                      </p:cBhvr>
                                    </p:animEffect>
                                    <p:anim calcmode="lin" valueType="num">
                                      <p:cBhvr>
                                        <p:cTn id="41" dur="550" decel="100000" fill="hold"/>
                                        <p:tgtEl>
                                          <p:spTgt spid="11"/>
                                        </p:tgtEl>
                                        <p:attrNameLst>
                                          <p:attrName>ppt_x</p:attrName>
                                        </p:attrNameLst>
                                      </p:cBhvr>
                                      <p:tavLst>
                                        <p:tav tm="0">
                                          <p:val>
                                            <p:strVal val="#ppt_x"/>
                                          </p:val>
                                        </p:tav>
                                        <p:tav tm="100000">
                                          <p:val>
                                            <p:strVal val="#ppt_x"/>
                                          </p:val>
                                        </p:tav>
                                      </p:tavLst>
                                    </p:anim>
                                    <p:anim calcmode="lin" valueType="num">
                                      <p:cBhvr>
                                        <p:cTn id="42" dur="550" decel="100000" fill="hold"/>
                                        <p:tgtEl>
                                          <p:spTgt spid="11"/>
                                        </p:tgtEl>
                                        <p:attrNameLst>
                                          <p:attrName>ppt_y</p:attrName>
                                        </p:attrNameLst>
                                      </p:cBhvr>
                                      <p:tavLst>
                                        <p:tav tm="0">
                                          <p:val>
                                            <p:strVal val="#ppt_y+.04"/>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50"/>
                                        <p:tgtEl>
                                          <p:spTgt spid="12"/>
                                        </p:tgtEl>
                                      </p:cBhvr>
                                    </p:animEffect>
                                    <p:anim calcmode="lin" valueType="num">
                                      <p:cBhvr>
                                        <p:cTn id="46" dur="550" decel="100000" fill="hold"/>
                                        <p:tgtEl>
                                          <p:spTgt spid="12"/>
                                        </p:tgtEl>
                                        <p:attrNameLst>
                                          <p:attrName>ppt_x</p:attrName>
                                        </p:attrNameLst>
                                      </p:cBhvr>
                                      <p:tavLst>
                                        <p:tav tm="0">
                                          <p:val>
                                            <p:strVal val="#ppt_x"/>
                                          </p:val>
                                        </p:tav>
                                        <p:tav tm="100000">
                                          <p:val>
                                            <p:strVal val="#ppt_x"/>
                                          </p:val>
                                        </p:tav>
                                      </p:tavLst>
                                    </p:anim>
                                    <p:anim calcmode="lin" valueType="num">
                                      <p:cBhvr>
                                        <p:cTn id="47" dur="550" decel="100000" fill="hold"/>
                                        <p:tgtEl>
                                          <p:spTgt spid="12"/>
                                        </p:tgtEl>
                                        <p:attrNameLst>
                                          <p:attrName>ppt_y</p:attrName>
                                        </p:attrNameLst>
                                      </p:cBhvr>
                                      <p:tavLst>
                                        <p:tav tm="0">
                                          <p:val>
                                            <p:strVal val="#ppt_y+.04"/>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50"/>
                                        <p:tgtEl>
                                          <p:spTgt spid="13"/>
                                        </p:tgtEl>
                                      </p:cBhvr>
                                    </p:animEffect>
                                    <p:anim calcmode="lin" valueType="num">
                                      <p:cBhvr>
                                        <p:cTn id="51" dur="550" decel="100000" fill="hold"/>
                                        <p:tgtEl>
                                          <p:spTgt spid="13"/>
                                        </p:tgtEl>
                                        <p:attrNameLst>
                                          <p:attrName>ppt_x</p:attrName>
                                        </p:attrNameLst>
                                      </p:cBhvr>
                                      <p:tavLst>
                                        <p:tav tm="0">
                                          <p:val>
                                            <p:strVal val="#ppt_x"/>
                                          </p:val>
                                        </p:tav>
                                        <p:tav tm="100000">
                                          <p:val>
                                            <p:strVal val="#ppt_x"/>
                                          </p:val>
                                        </p:tav>
                                      </p:tavLst>
                                    </p:anim>
                                    <p:anim calcmode="lin" valueType="num">
                                      <p:cBhvr>
                                        <p:cTn id="52" dur="550" decel="100000" fill="hold"/>
                                        <p:tgtEl>
                                          <p:spTgt spid="13"/>
                                        </p:tgtEl>
                                        <p:attrNameLst>
                                          <p:attrName>ppt_y</p:attrName>
                                        </p:attrNameLst>
                                      </p:cBhvr>
                                      <p:tavLst>
                                        <p:tav tm="0">
                                          <p:val>
                                            <p:strVal val="#ppt_y+.04"/>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50"/>
                                        <p:tgtEl>
                                          <p:spTgt spid="14"/>
                                        </p:tgtEl>
                                      </p:cBhvr>
                                    </p:animEffect>
                                    <p:anim calcmode="lin" valueType="num">
                                      <p:cBhvr>
                                        <p:cTn id="56" dur="550" decel="100000" fill="hold"/>
                                        <p:tgtEl>
                                          <p:spTgt spid="14"/>
                                        </p:tgtEl>
                                        <p:attrNameLst>
                                          <p:attrName>ppt_x</p:attrName>
                                        </p:attrNameLst>
                                      </p:cBhvr>
                                      <p:tavLst>
                                        <p:tav tm="0">
                                          <p:val>
                                            <p:strVal val="#ppt_x"/>
                                          </p:val>
                                        </p:tav>
                                        <p:tav tm="100000">
                                          <p:val>
                                            <p:strVal val="#ppt_x"/>
                                          </p:val>
                                        </p:tav>
                                      </p:tavLst>
                                    </p:anim>
                                    <p:anim calcmode="lin" valueType="num">
                                      <p:cBhvr>
                                        <p:cTn id="57" dur="550" decel="100000" fill="hold"/>
                                        <p:tgtEl>
                                          <p:spTgt spid="14"/>
                                        </p:tgtEl>
                                        <p:attrNameLst>
                                          <p:attrName>ppt_y</p:attrName>
                                        </p:attrNameLst>
                                      </p:cBhvr>
                                      <p:tavLst>
                                        <p:tav tm="0">
                                          <p:val>
                                            <p:strVal val="#ppt_y+.04"/>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4"/>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4"/>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4"/>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4"/>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4"/>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p:cTn id="88" dur="550" decel="100000" fill="hold"/>
                                        <p:tgtEl>
                                          <p:spTgt spid="20"/>
                                        </p:tgtEl>
                                        <p:attrNameLst>
                                          <p:attrName>ppt_x</p:attrName>
                                        </p:attrNameLst>
                                      </p:cBhvr>
                                      <p:tavLst>
                                        <p:tav tm="0">
                                          <p:val>
                                            <p:strVal val="#ppt_x"/>
                                          </p:val>
                                        </p:tav>
                                        <p:tav tm="100000">
                                          <p:val>
                                            <p:strVal val="#ppt_x"/>
                                          </p:val>
                                        </p:tav>
                                      </p:tavLst>
                                    </p:anim>
                                    <p:anim calcmode="lin" valueType="num">
                                      <p:cBhvr>
                                        <p:cTn id="89" dur="550" decel="100000" fill="hold"/>
                                        <p:tgtEl>
                                          <p:spTgt spid="20"/>
                                        </p:tgtEl>
                                        <p:attrNameLst>
                                          <p:attrName>ppt_y</p:attrName>
                                        </p:attrNameLst>
                                      </p:cBhvr>
                                      <p:tavLst>
                                        <p:tav tm="0">
                                          <p:val>
                                            <p:strVal val="#ppt_y+.04"/>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p:cTn id="93" dur="550" decel="100000" fill="hold"/>
                                        <p:tgtEl>
                                          <p:spTgt spid="21"/>
                                        </p:tgtEl>
                                        <p:attrNameLst>
                                          <p:attrName>ppt_x</p:attrName>
                                        </p:attrNameLst>
                                      </p:cBhvr>
                                      <p:tavLst>
                                        <p:tav tm="0">
                                          <p:val>
                                            <p:strVal val="#ppt_x"/>
                                          </p:val>
                                        </p:tav>
                                        <p:tav tm="100000">
                                          <p:val>
                                            <p:strVal val="#ppt_x"/>
                                          </p:val>
                                        </p:tav>
                                      </p:tavLst>
                                    </p:anim>
                                    <p:anim calcmode="lin" valueType="num">
                                      <p:cBhvr>
                                        <p:cTn id="94" dur="550" decel="100000" fill="hold"/>
                                        <p:tgtEl>
                                          <p:spTgt spid="21"/>
                                        </p:tgtEl>
                                        <p:attrNameLst>
                                          <p:attrName>ppt_y</p:attrName>
                                        </p:attrNameLst>
                                      </p:cBhvr>
                                      <p:tavLst>
                                        <p:tav tm="0">
                                          <p:val>
                                            <p:strVal val="#ppt_y+.04"/>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p:cTn id="98" dur="550" decel="100000" fill="hold"/>
                                        <p:tgtEl>
                                          <p:spTgt spid="22"/>
                                        </p:tgtEl>
                                        <p:attrNameLst>
                                          <p:attrName>ppt_x</p:attrName>
                                        </p:attrNameLst>
                                      </p:cBhvr>
                                      <p:tavLst>
                                        <p:tav tm="0">
                                          <p:val>
                                            <p:strVal val="#ppt_x"/>
                                          </p:val>
                                        </p:tav>
                                        <p:tav tm="100000">
                                          <p:val>
                                            <p:strVal val="#ppt_x"/>
                                          </p:val>
                                        </p:tav>
                                      </p:tavLst>
                                    </p:anim>
                                    <p:anim calcmode="lin" valueType="num">
                                      <p:cBhvr>
                                        <p:cTn id="99" dur="550" decel="100000" fill="hold"/>
                                        <p:tgtEl>
                                          <p:spTgt spid="22"/>
                                        </p:tgtEl>
                                        <p:attrNameLst>
                                          <p:attrName>ppt_y</p:attrName>
                                        </p:attrNameLst>
                                      </p:cBhvr>
                                      <p:tavLst>
                                        <p:tav tm="0">
                                          <p:val>
                                            <p:strVal val="#ppt_y+.04"/>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50"/>
                                        <p:tgtEl>
                                          <p:spTgt spid="23"/>
                                        </p:tgtEl>
                                      </p:cBhvr>
                                    </p:animEffect>
                                    <p:anim calcmode="lin" valueType="num">
                                      <p:cBhvr>
                                        <p:cTn id="103" dur="550" decel="100000" fill="hold"/>
                                        <p:tgtEl>
                                          <p:spTgt spid="23"/>
                                        </p:tgtEl>
                                        <p:attrNameLst>
                                          <p:attrName>ppt_x</p:attrName>
                                        </p:attrNameLst>
                                      </p:cBhvr>
                                      <p:tavLst>
                                        <p:tav tm="0">
                                          <p:val>
                                            <p:strVal val="#ppt_x"/>
                                          </p:val>
                                        </p:tav>
                                        <p:tav tm="100000">
                                          <p:val>
                                            <p:strVal val="#ppt_x"/>
                                          </p:val>
                                        </p:tav>
                                      </p:tavLst>
                                    </p:anim>
                                    <p:anim calcmode="lin" valueType="num">
                                      <p:cBhvr>
                                        <p:cTn id="104" dur="550" decel="100000" fill="hold"/>
                                        <p:tgtEl>
                                          <p:spTgt spid="23"/>
                                        </p:tgtEl>
                                        <p:attrNameLst>
                                          <p:attrName>ppt_y</p:attrName>
                                        </p:attrNameLst>
                                      </p:cBhvr>
                                      <p:tavLst>
                                        <p:tav tm="0">
                                          <p:val>
                                            <p:strVal val="#ppt_y+.04"/>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50"/>
                                        <p:tgtEl>
                                          <p:spTgt spid="24"/>
                                        </p:tgtEl>
                                      </p:cBhvr>
                                    </p:animEffect>
                                    <p:anim calcmode="lin" valueType="num">
                                      <p:cBhvr>
                                        <p:cTn id="108" dur="550" decel="100000" fill="hold"/>
                                        <p:tgtEl>
                                          <p:spTgt spid="24"/>
                                        </p:tgtEl>
                                        <p:attrNameLst>
                                          <p:attrName>ppt_x</p:attrName>
                                        </p:attrNameLst>
                                      </p:cBhvr>
                                      <p:tavLst>
                                        <p:tav tm="0">
                                          <p:val>
                                            <p:strVal val="#ppt_x"/>
                                          </p:val>
                                        </p:tav>
                                        <p:tav tm="100000">
                                          <p:val>
                                            <p:strVal val="#ppt_x"/>
                                          </p:val>
                                        </p:tav>
                                      </p:tavLst>
                                    </p:anim>
                                    <p:anim calcmode="lin" valueType="num">
                                      <p:cBhvr>
                                        <p:cTn id="109" dur="550" decel="100000" fill="hold"/>
                                        <p:tgtEl>
                                          <p:spTgt spid="24"/>
                                        </p:tgtEl>
                                        <p:attrNameLst>
                                          <p:attrName>ppt_y</p:attrName>
                                        </p:attrNameLst>
                                      </p:cBhvr>
                                      <p:tavLst>
                                        <p:tav tm="0">
                                          <p:val>
                                            <p:strVal val="#ppt_y+.04"/>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p:cTn id="113" dur="550" decel="100000" fill="hold"/>
                                        <p:tgtEl>
                                          <p:spTgt spid="25"/>
                                        </p:tgtEl>
                                        <p:attrNameLst>
                                          <p:attrName>ppt_x</p:attrName>
                                        </p:attrNameLst>
                                      </p:cBhvr>
                                      <p:tavLst>
                                        <p:tav tm="0">
                                          <p:val>
                                            <p:strVal val="#ppt_x"/>
                                          </p:val>
                                        </p:tav>
                                        <p:tav tm="100000">
                                          <p:val>
                                            <p:strVal val="#ppt_x"/>
                                          </p:val>
                                        </p:tav>
                                      </p:tavLst>
                                    </p:anim>
                                    <p:anim calcmode="lin" valueType="num">
                                      <p:cBhvr>
                                        <p:cTn id="114" dur="550" decel="100000" fill="hold"/>
                                        <p:tgtEl>
                                          <p:spTgt spid="25"/>
                                        </p:tgtEl>
                                        <p:attrNameLst>
                                          <p:attrName>ppt_y</p:attrName>
                                        </p:attrNameLst>
                                      </p:cBhvr>
                                      <p:tavLst>
                                        <p:tav tm="0">
                                          <p:val>
                                            <p:strVal val="#ppt_y+.04"/>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550"/>
                                        <p:tgtEl>
                                          <p:spTgt spid="26"/>
                                        </p:tgtEl>
                                      </p:cBhvr>
                                    </p:animEffect>
                                    <p:anim calcmode="lin" valueType="num">
                                      <p:cBhvr>
                                        <p:cTn id="120" dur="550" decel="100000" fill="hold"/>
                                        <p:tgtEl>
                                          <p:spTgt spid="26"/>
                                        </p:tgtEl>
                                        <p:attrNameLst>
                                          <p:attrName>ppt_x</p:attrName>
                                        </p:attrNameLst>
                                      </p:cBhvr>
                                      <p:tavLst>
                                        <p:tav tm="0">
                                          <p:val>
                                            <p:strVal val="#ppt_x"/>
                                          </p:val>
                                        </p:tav>
                                        <p:tav tm="100000">
                                          <p:val>
                                            <p:strVal val="#ppt_x"/>
                                          </p:val>
                                        </p:tav>
                                      </p:tavLst>
                                    </p:anim>
                                    <p:anim calcmode="lin" valueType="num">
                                      <p:cBhvr>
                                        <p:cTn id="121" dur="550" decel="100000" fill="hold"/>
                                        <p:tgtEl>
                                          <p:spTgt spid="26"/>
                                        </p:tgtEl>
                                        <p:attrNameLst>
                                          <p:attrName>ppt_y</p:attrName>
                                        </p:attrNameLst>
                                      </p:cBhvr>
                                      <p:tavLst>
                                        <p:tav tm="0">
                                          <p:val>
                                            <p:strVal val="#ppt_y+.04"/>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550"/>
                                        <p:tgtEl>
                                          <p:spTgt spid="27"/>
                                        </p:tgtEl>
                                      </p:cBhvr>
                                    </p:animEffect>
                                    <p:anim calcmode="lin" valueType="num">
                                      <p:cBhvr>
                                        <p:cTn id="125" dur="550" decel="100000" fill="hold"/>
                                        <p:tgtEl>
                                          <p:spTgt spid="27"/>
                                        </p:tgtEl>
                                        <p:attrNameLst>
                                          <p:attrName>ppt_x</p:attrName>
                                        </p:attrNameLst>
                                      </p:cBhvr>
                                      <p:tavLst>
                                        <p:tav tm="0">
                                          <p:val>
                                            <p:strVal val="#ppt_x"/>
                                          </p:val>
                                        </p:tav>
                                        <p:tav tm="100000">
                                          <p:val>
                                            <p:strVal val="#ppt_x"/>
                                          </p:val>
                                        </p:tav>
                                      </p:tavLst>
                                    </p:anim>
                                    <p:anim calcmode="lin" valueType="num">
                                      <p:cBhvr>
                                        <p:cTn id="126" dur="550" decel="100000" fill="hold"/>
                                        <p:tgtEl>
                                          <p:spTgt spid="27"/>
                                        </p:tgtEl>
                                        <p:attrNameLst>
                                          <p:attrName>ppt_y</p:attrName>
                                        </p:attrNameLst>
                                      </p:cBhvr>
                                      <p:tavLst>
                                        <p:tav tm="0">
                                          <p:val>
                                            <p:strVal val="#ppt_y+.04"/>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28"/>
                                        </p:tgtEl>
                                        <p:attrNameLst>
                                          <p:attrName>style.visibility</p:attrName>
                                        </p:attrNameLst>
                                      </p:cBhvr>
                                      <p:to>
                                        <p:strVal val="visible"/>
                                      </p:to>
                                    </p:set>
                                    <p:animEffect transition="in" filter="fade">
                                      <p:cBhvr>
                                        <p:cTn id="129" dur="550"/>
                                        <p:tgtEl>
                                          <p:spTgt spid="28"/>
                                        </p:tgtEl>
                                      </p:cBhvr>
                                    </p:animEffect>
                                    <p:anim calcmode="lin" valueType="num">
                                      <p:cBhvr>
                                        <p:cTn id="130" dur="550" decel="100000" fill="hold"/>
                                        <p:tgtEl>
                                          <p:spTgt spid="28"/>
                                        </p:tgtEl>
                                        <p:attrNameLst>
                                          <p:attrName>ppt_x</p:attrName>
                                        </p:attrNameLst>
                                      </p:cBhvr>
                                      <p:tavLst>
                                        <p:tav tm="0">
                                          <p:val>
                                            <p:strVal val="#ppt_x"/>
                                          </p:val>
                                        </p:tav>
                                        <p:tav tm="100000">
                                          <p:val>
                                            <p:strVal val="#ppt_x"/>
                                          </p:val>
                                        </p:tav>
                                      </p:tavLst>
                                    </p:anim>
                                    <p:anim calcmode="lin" valueType="num">
                                      <p:cBhvr>
                                        <p:cTn id="131" dur="550" decel="100000" fill="hold"/>
                                        <p:tgtEl>
                                          <p:spTgt spid="28"/>
                                        </p:tgtEl>
                                        <p:attrNameLst>
                                          <p:attrName>ppt_y</p:attrName>
                                        </p:attrNameLst>
                                      </p:cBhvr>
                                      <p:tavLst>
                                        <p:tav tm="0">
                                          <p:val>
                                            <p:strVal val="#ppt_y+.04"/>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fade">
                                      <p:cBhvr>
                                        <p:cTn id="134" dur="550"/>
                                        <p:tgtEl>
                                          <p:spTgt spid="29"/>
                                        </p:tgtEl>
                                      </p:cBhvr>
                                    </p:animEffect>
                                    <p:anim calcmode="lin" valueType="num">
                                      <p:cBhvr>
                                        <p:cTn id="135" dur="550" decel="100000" fill="hold"/>
                                        <p:tgtEl>
                                          <p:spTgt spid="29"/>
                                        </p:tgtEl>
                                        <p:attrNameLst>
                                          <p:attrName>ppt_x</p:attrName>
                                        </p:attrNameLst>
                                      </p:cBhvr>
                                      <p:tavLst>
                                        <p:tav tm="0">
                                          <p:val>
                                            <p:strVal val="#ppt_x"/>
                                          </p:val>
                                        </p:tav>
                                        <p:tav tm="100000">
                                          <p:val>
                                            <p:strVal val="#ppt_x"/>
                                          </p:val>
                                        </p:tav>
                                      </p:tavLst>
                                    </p:anim>
                                    <p:anim calcmode="lin" valueType="num">
                                      <p:cBhvr>
                                        <p:cTn id="136" dur="550" decel="100000" fill="hold"/>
                                        <p:tgtEl>
                                          <p:spTgt spid="29"/>
                                        </p:tgtEl>
                                        <p:attrNameLst>
                                          <p:attrName>ppt_y</p:attrName>
                                        </p:attrNameLst>
                                      </p:cBhvr>
                                      <p:tavLst>
                                        <p:tav tm="0">
                                          <p:val>
                                            <p:strVal val="#ppt_y+.04"/>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0"/>
                                        </p:tgtEl>
                                        <p:attrNameLst>
                                          <p:attrName>style.visibility</p:attrName>
                                        </p:attrNameLst>
                                      </p:cBhvr>
                                      <p:to>
                                        <p:strVal val="visible"/>
                                      </p:to>
                                    </p:set>
                                    <p:animEffect transition="in" filter="fade">
                                      <p:cBhvr>
                                        <p:cTn id="139" dur="550"/>
                                        <p:tgtEl>
                                          <p:spTgt spid="30"/>
                                        </p:tgtEl>
                                      </p:cBhvr>
                                    </p:animEffect>
                                    <p:anim calcmode="lin" valueType="num">
                                      <p:cBhvr>
                                        <p:cTn id="140" dur="550" decel="100000" fill="hold"/>
                                        <p:tgtEl>
                                          <p:spTgt spid="30"/>
                                        </p:tgtEl>
                                        <p:attrNameLst>
                                          <p:attrName>ppt_x</p:attrName>
                                        </p:attrNameLst>
                                      </p:cBhvr>
                                      <p:tavLst>
                                        <p:tav tm="0">
                                          <p:val>
                                            <p:strVal val="#ppt_x"/>
                                          </p:val>
                                        </p:tav>
                                        <p:tav tm="100000">
                                          <p:val>
                                            <p:strVal val="#ppt_x"/>
                                          </p:val>
                                        </p:tav>
                                      </p:tavLst>
                                    </p:anim>
                                    <p:anim calcmode="lin" valueType="num">
                                      <p:cBhvr>
                                        <p:cTn id="141" dur="550" decel="100000" fill="hold"/>
                                        <p:tgtEl>
                                          <p:spTgt spid="30"/>
                                        </p:tgtEl>
                                        <p:attrNameLst>
                                          <p:attrName>ppt_y</p:attrName>
                                        </p:attrNameLst>
                                      </p:cBhvr>
                                      <p:tavLst>
                                        <p:tav tm="0">
                                          <p:val>
                                            <p:strVal val="#ppt_y+.04"/>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31"/>
                                        </p:tgtEl>
                                        <p:attrNameLst>
                                          <p:attrName>style.visibility</p:attrName>
                                        </p:attrNameLst>
                                      </p:cBhvr>
                                      <p:to>
                                        <p:strVal val="visible"/>
                                      </p:to>
                                    </p:set>
                                    <p:animEffect transition="in" filter="fade">
                                      <p:cBhvr>
                                        <p:cTn id="144" dur="550"/>
                                        <p:tgtEl>
                                          <p:spTgt spid="31"/>
                                        </p:tgtEl>
                                      </p:cBhvr>
                                    </p:animEffect>
                                    <p:anim calcmode="lin" valueType="num">
                                      <p:cBhvr>
                                        <p:cTn id="145" dur="550" decel="100000" fill="hold"/>
                                        <p:tgtEl>
                                          <p:spTgt spid="31"/>
                                        </p:tgtEl>
                                        <p:attrNameLst>
                                          <p:attrName>ppt_x</p:attrName>
                                        </p:attrNameLst>
                                      </p:cBhvr>
                                      <p:tavLst>
                                        <p:tav tm="0">
                                          <p:val>
                                            <p:strVal val="#ppt_x"/>
                                          </p:val>
                                        </p:tav>
                                        <p:tav tm="100000">
                                          <p:val>
                                            <p:strVal val="#ppt_x"/>
                                          </p:val>
                                        </p:tav>
                                      </p:tavLst>
                                    </p:anim>
                                    <p:anim calcmode="lin" valueType="num">
                                      <p:cBhvr>
                                        <p:cTn id="146" dur="550" decel="100000" fill="hold"/>
                                        <p:tgtEl>
                                          <p:spTgt spid="31"/>
                                        </p:tgtEl>
                                        <p:attrNameLst>
                                          <p:attrName>ppt_y</p:attrName>
                                        </p:attrNameLst>
                                      </p:cBhvr>
                                      <p:tavLst>
                                        <p:tav tm="0">
                                          <p:val>
                                            <p:strVal val="#ppt_y+.04"/>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32"/>
                                        </p:tgtEl>
                                        <p:attrNameLst>
                                          <p:attrName>style.visibility</p:attrName>
                                        </p:attrNameLst>
                                      </p:cBhvr>
                                      <p:to>
                                        <p:strVal val="visible"/>
                                      </p:to>
                                    </p:set>
                                    <p:animEffect transition="in" filter="fade">
                                      <p:cBhvr>
                                        <p:cTn id="149" dur="550"/>
                                        <p:tgtEl>
                                          <p:spTgt spid="32"/>
                                        </p:tgtEl>
                                      </p:cBhvr>
                                    </p:animEffect>
                                    <p:anim calcmode="lin" valueType="num">
                                      <p:cBhvr>
                                        <p:cTn id="150" dur="550" decel="100000" fill="hold"/>
                                        <p:tgtEl>
                                          <p:spTgt spid="32"/>
                                        </p:tgtEl>
                                        <p:attrNameLst>
                                          <p:attrName>ppt_x</p:attrName>
                                        </p:attrNameLst>
                                      </p:cBhvr>
                                      <p:tavLst>
                                        <p:tav tm="0">
                                          <p:val>
                                            <p:strVal val="#ppt_x"/>
                                          </p:val>
                                        </p:tav>
                                        <p:tav tm="100000">
                                          <p:val>
                                            <p:strVal val="#ppt_x"/>
                                          </p:val>
                                        </p:tav>
                                      </p:tavLst>
                                    </p:anim>
                                    <p:anim calcmode="lin" valueType="num">
                                      <p:cBhvr>
                                        <p:cTn id="151" dur="550" decel="100000" fill="hold"/>
                                        <p:tgtEl>
                                          <p:spTgt spid="32"/>
                                        </p:tgtEl>
                                        <p:attrNameLst>
                                          <p:attrName>ppt_y</p:attrName>
                                        </p:attrNameLst>
                                      </p:cBhvr>
                                      <p:tavLst>
                                        <p:tav tm="0">
                                          <p:val>
                                            <p:strVal val="#ppt_y+.04"/>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33"/>
                                        </p:tgtEl>
                                        <p:attrNameLst>
                                          <p:attrName>style.visibility</p:attrName>
                                        </p:attrNameLst>
                                      </p:cBhvr>
                                      <p:to>
                                        <p:strVal val="visible"/>
                                      </p:to>
                                    </p:set>
                                    <p:animEffect transition="in" filter="fade">
                                      <p:cBhvr>
                                        <p:cTn id="154" dur="550"/>
                                        <p:tgtEl>
                                          <p:spTgt spid="33"/>
                                        </p:tgtEl>
                                      </p:cBhvr>
                                    </p:animEffect>
                                    <p:anim calcmode="lin" valueType="num">
                                      <p:cBhvr>
                                        <p:cTn id="155" dur="550" decel="100000" fill="hold"/>
                                        <p:tgtEl>
                                          <p:spTgt spid="33"/>
                                        </p:tgtEl>
                                        <p:attrNameLst>
                                          <p:attrName>ppt_x</p:attrName>
                                        </p:attrNameLst>
                                      </p:cBhvr>
                                      <p:tavLst>
                                        <p:tav tm="0">
                                          <p:val>
                                            <p:strVal val="#ppt_x"/>
                                          </p:val>
                                        </p:tav>
                                        <p:tav tm="100000">
                                          <p:val>
                                            <p:strVal val="#ppt_x"/>
                                          </p:val>
                                        </p:tav>
                                      </p:tavLst>
                                    </p:anim>
                                    <p:anim calcmode="lin" valueType="num">
                                      <p:cBhvr>
                                        <p:cTn id="156" dur="550" decel="100000" fill="hold"/>
                                        <p:tgtEl>
                                          <p:spTgt spid="33"/>
                                        </p:tgtEl>
                                        <p:attrNameLst>
                                          <p:attrName>ppt_y</p:attrName>
                                        </p:attrNameLst>
                                      </p:cBhvr>
                                      <p:tavLst>
                                        <p:tav tm="0">
                                          <p:val>
                                            <p:strVal val="#ppt_y+.04"/>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34"/>
                                        </p:tgtEl>
                                        <p:attrNameLst>
                                          <p:attrName>style.visibility</p:attrName>
                                        </p:attrNameLst>
                                      </p:cBhvr>
                                      <p:to>
                                        <p:strVal val="visible"/>
                                      </p:to>
                                    </p:set>
                                    <p:animEffect transition="in" filter="fade">
                                      <p:cBhvr>
                                        <p:cTn id="159" dur="550"/>
                                        <p:tgtEl>
                                          <p:spTgt spid="34"/>
                                        </p:tgtEl>
                                      </p:cBhvr>
                                    </p:animEffect>
                                    <p:anim calcmode="lin" valueType="num">
                                      <p:cBhvr>
                                        <p:cTn id="160" dur="550" decel="100000" fill="hold"/>
                                        <p:tgtEl>
                                          <p:spTgt spid="34"/>
                                        </p:tgtEl>
                                        <p:attrNameLst>
                                          <p:attrName>ppt_x</p:attrName>
                                        </p:attrNameLst>
                                      </p:cBhvr>
                                      <p:tavLst>
                                        <p:tav tm="0">
                                          <p:val>
                                            <p:strVal val="#ppt_x"/>
                                          </p:val>
                                        </p:tav>
                                        <p:tav tm="100000">
                                          <p:val>
                                            <p:strVal val="#ppt_x"/>
                                          </p:val>
                                        </p:tav>
                                      </p:tavLst>
                                    </p:anim>
                                    <p:anim calcmode="lin" valueType="num">
                                      <p:cBhvr>
                                        <p:cTn id="161" dur="550" decel="100000" fill="hold"/>
                                        <p:tgtEl>
                                          <p:spTgt spid="34"/>
                                        </p:tgtEl>
                                        <p:attrNameLst>
                                          <p:attrName>ppt_y</p:attrName>
                                        </p:attrNameLst>
                                      </p:cBhvr>
                                      <p:tavLst>
                                        <p:tav tm="0">
                                          <p:val>
                                            <p:strVal val="#ppt_y+.04"/>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164" presetID="42" presetClass="entr" presetSubtype="0" fill="hold" grpId="0" nodeType="clickEffect">
                                  <p:stCondLst>
                                    <p:cond delay="0"/>
                                  </p:stCondLst>
                                  <p:childTnLst>
                                    <p:set>
                                      <p:cBhvr>
                                        <p:cTn id="165" dur="1" fill="hold">
                                          <p:stCondLst>
                                            <p:cond delay="0"/>
                                          </p:stCondLst>
                                        </p:cTn>
                                        <p:tgtEl>
                                          <p:spTgt spid="35"/>
                                        </p:tgtEl>
                                        <p:attrNameLst>
                                          <p:attrName>style.visibility</p:attrName>
                                        </p:attrNameLst>
                                      </p:cBhvr>
                                      <p:to>
                                        <p:strVal val="visible"/>
                                      </p:to>
                                    </p:set>
                                    <p:animEffect transition="in" filter="fade">
                                      <p:cBhvr>
                                        <p:cTn id="166" dur="550"/>
                                        <p:tgtEl>
                                          <p:spTgt spid="35"/>
                                        </p:tgtEl>
                                      </p:cBhvr>
                                    </p:animEffect>
                                    <p:anim calcmode="lin" valueType="num">
                                      <p:cBhvr>
                                        <p:cTn id="167" dur="550" decel="100000" fill="hold"/>
                                        <p:tgtEl>
                                          <p:spTgt spid="35"/>
                                        </p:tgtEl>
                                        <p:attrNameLst>
                                          <p:attrName>ppt_x</p:attrName>
                                        </p:attrNameLst>
                                      </p:cBhvr>
                                      <p:tavLst>
                                        <p:tav tm="0">
                                          <p:val>
                                            <p:strVal val="#ppt_x"/>
                                          </p:val>
                                        </p:tav>
                                        <p:tav tm="100000">
                                          <p:val>
                                            <p:strVal val="#ppt_x"/>
                                          </p:val>
                                        </p:tav>
                                      </p:tavLst>
                                    </p:anim>
                                    <p:anim calcmode="lin" valueType="num">
                                      <p:cBhvr>
                                        <p:cTn id="168" dur="550" decel="100000" fill="hold"/>
                                        <p:tgtEl>
                                          <p:spTgt spid="35"/>
                                        </p:tgtEl>
                                        <p:attrNameLst>
                                          <p:attrName>ppt_y</p:attrName>
                                        </p:attrNameLst>
                                      </p:cBhvr>
                                      <p:tavLst>
                                        <p:tav tm="0">
                                          <p:val>
                                            <p:strVal val="#ppt_y+.04"/>
                                          </p:val>
                                        </p:tav>
                                        <p:tav tm="100000">
                                          <p:val>
                                            <p:strVal val="#ppt_y"/>
                                          </p:val>
                                        </p:tav>
                                      </p:tavLst>
                                    </p:anim>
                                  </p:childTnLst>
                                </p:cTn>
                              </p:par>
                              <p:par>
                                <p:cTn id="169" presetID="42" presetClass="entr" presetSubtype="0" fill="hold" grpId="0" nodeType="withEffect">
                                  <p:stCondLst>
                                    <p:cond delay="0"/>
                                  </p:stCondLst>
                                  <p:childTnLst>
                                    <p:set>
                                      <p:cBhvr>
                                        <p:cTn id="170" dur="1" fill="hold">
                                          <p:stCondLst>
                                            <p:cond delay="0"/>
                                          </p:stCondLst>
                                        </p:cTn>
                                        <p:tgtEl>
                                          <p:spTgt spid="36"/>
                                        </p:tgtEl>
                                        <p:attrNameLst>
                                          <p:attrName>style.visibility</p:attrName>
                                        </p:attrNameLst>
                                      </p:cBhvr>
                                      <p:to>
                                        <p:strVal val="visible"/>
                                      </p:to>
                                    </p:set>
                                    <p:animEffect transition="in" filter="fade">
                                      <p:cBhvr>
                                        <p:cTn id="171" dur="550"/>
                                        <p:tgtEl>
                                          <p:spTgt spid="36"/>
                                        </p:tgtEl>
                                      </p:cBhvr>
                                    </p:animEffect>
                                    <p:anim calcmode="lin" valueType="num">
                                      <p:cBhvr>
                                        <p:cTn id="172" dur="550" decel="100000" fill="hold"/>
                                        <p:tgtEl>
                                          <p:spTgt spid="36"/>
                                        </p:tgtEl>
                                        <p:attrNameLst>
                                          <p:attrName>ppt_x</p:attrName>
                                        </p:attrNameLst>
                                      </p:cBhvr>
                                      <p:tavLst>
                                        <p:tav tm="0">
                                          <p:val>
                                            <p:strVal val="#ppt_x"/>
                                          </p:val>
                                        </p:tav>
                                        <p:tav tm="100000">
                                          <p:val>
                                            <p:strVal val="#ppt_x"/>
                                          </p:val>
                                        </p:tav>
                                      </p:tavLst>
                                    </p:anim>
                                    <p:anim calcmode="lin" valueType="num">
                                      <p:cBhvr>
                                        <p:cTn id="173" dur="550" decel="100000" fill="hold"/>
                                        <p:tgtEl>
                                          <p:spTgt spid="36"/>
                                        </p:tgtEl>
                                        <p:attrNameLst>
                                          <p:attrName>ppt_y</p:attrName>
                                        </p:attrNameLst>
                                      </p:cBhvr>
                                      <p:tavLst>
                                        <p:tav tm="0">
                                          <p:val>
                                            <p:strVal val="#ppt_y+.04"/>
                                          </p:val>
                                        </p:tav>
                                        <p:tav tm="100000">
                                          <p:val>
                                            <p:strVal val="#ppt_y"/>
                                          </p:val>
                                        </p:tav>
                                      </p:tavLst>
                                    </p:anim>
                                  </p:childTnLst>
                                </p:cTn>
                              </p:par>
                              <p:par>
                                <p:cTn id="174" presetID="42" presetClass="entr" presetSubtype="0" fill="hold" grpId="0" nodeType="withEffect">
                                  <p:stCondLst>
                                    <p:cond delay="0"/>
                                  </p:stCondLst>
                                  <p:childTnLst>
                                    <p:set>
                                      <p:cBhvr>
                                        <p:cTn id="175" dur="1" fill="hold">
                                          <p:stCondLst>
                                            <p:cond delay="0"/>
                                          </p:stCondLst>
                                        </p:cTn>
                                        <p:tgtEl>
                                          <p:spTgt spid="37"/>
                                        </p:tgtEl>
                                        <p:attrNameLst>
                                          <p:attrName>style.visibility</p:attrName>
                                        </p:attrNameLst>
                                      </p:cBhvr>
                                      <p:to>
                                        <p:strVal val="visible"/>
                                      </p:to>
                                    </p:set>
                                    <p:animEffect transition="in" filter="fade">
                                      <p:cBhvr>
                                        <p:cTn id="176" dur="550"/>
                                        <p:tgtEl>
                                          <p:spTgt spid="37"/>
                                        </p:tgtEl>
                                      </p:cBhvr>
                                    </p:animEffect>
                                    <p:anim calcmode="lin" valueType="num">
                                      <p:cBhvr>
                                        <p:cTn id="177" dur="550" decel="100000" fill="hold"/>
                                        <p:tgtEl>
                                          <p:spTgt spid="37"/>
                                        </p:tgtEl>
                                        <p:attrNameLst>
                                          <p:attrName>ppt_x</p:attrName>
                                        </p:attrNameLst>
                                      </p:cBhvr>
                                      <p:tavLst>
                                        <p:tav tm="0">
                                          <p:val>
                                            <p:strVal val="#ppt_x"/>
                                          </p:val>
                                        </p:tav>
                                        <p:tav tm="100000">
                                          <p:val>
                                            <p:strVal val="#ppt_x"/>
                                          </p:val>
                                        </p:tav>
                                      </p:tavLst>
                                    </p:anim>
                                    <p:anim calcmode="lin" valueType="num">
                                      <p:cBhvr>
                                        <p:cTn id="178" dur="550" decel="100000" fill="hold"/>
                                        <p:tgtEl>
                                          <p:spTgt spid="37"/>
                                        </p:tgtEl>
                                        <p:attrNameLst>
                                          <p:attrName>ppt_y</p:attrName>
                                        </p:attrNameLst>
                                      </p:cBhvr>
                                      <p:tavLst>
                                        <p:tav tm="0">
                                          <p:val>
                                            <p:strVal val="#ppt_y+.04"/>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38"/>
                                        </p:tgtEl>
                                        <p:attrNameLst>
                                          <p:attrName>style.visibility</p:attrName>
                                        </p:attrNameLst>
                                      </p:cBhvr>
                                      <p:to>
                                        <p:strVal val="visible"/>
                                      </p:to>
                                    </p:set>
                                    <p:animEffect transition="in" filter="fade">
                                      <p:cBhvr>
                                        <p:cTn id="181" dur="550"/>
                                        <p:tgtEl>
                                          <p:spTgt spid="38"/>
                                        </p:tgtEl>
                                      </p:cBhvr>
                                    </p:animEffect>
                                    <p:anim calcmode="lin" valueType="num">
                                      <p:cBhvr>
                                        <p:cTn id="182" dur="550" decel="100000" fill="hold"/>
                                        <p:tgtEl>
                                          <p:spTgt spid="38"/>
                                        </p:tgtEl>
                                        <p:attrNameLst>
                                          <p:attrName>ppt_x</p:attrName>
                                        </p:attrNameLst>
                                      </p:cBhvr>
                                      <p:tavLst>
                                        <p:tav tm="0">
                                          <p:val>
                                            <p:strVal val="#ppt_x"/>
                                          </p:val>
                                        </p:tav>
                                        <p:tav tm="100000">
                                          <p:val>
                                            <p:strVal val="#ppt_x"/>
                                          </p:val>
                                        </p:tav>
                                      </p:tavLst>
                                    </p:anim>
                                    <p:anim calcmode="lin" valueType="num">
                                      <p:cBhvr>
                                        <p:cTn id="183" dur="550" decel="100000" fill="hold"/>
                                        <p:tgtEl>
                                          <p:spTgt spid="38"/>
                                        </p:tgtEl>
                                        <p:attrNameLst>
                                          <p:attrName>ppt_y</p:attrName>
                                        </p:attrNameLst>
                                      </p:cBhvr>
                                      <p:tavLst>
                                        <p:tav tm="0">
                                          <p:val>
                                            <p:strVal val="#ppt_y+.04"/>
                                          </p:val>
                                        </p:tav>
                                        <p:tav tm="100000">
                                          <p:val>
                                            <p:strVal val="#ppt_y"/>
                                          </p:val>
                                        </p:tav>
                                      </p:tavLst>
                                    </p:anim>
                                  </p:childTnLst>
                                </p:cTn>
                              </p:par>
                              <p:par>
                                <p:cTn id="184" presetID="42" presetClass="entr" presetSubtype="0" fill="hold" grpId="0" nodeType="withEffect">
                                  <p:stCondLst>
                                    <p:cond delay="0"/>
                                  </p:stCondLst>
                                  <p:childTnLst>
                                    <p:set>
                                      <p:cBhvr>
                                        <p:cTn id="185" dur="1" fill="hold">
                                          <p:stCondLst>
                                            <p:cond delay="0"/>
                                          </p:stCondLst>
                                        </p:cTn>
                                        <p:tgtEl>
                                          <p:spTgt spid="39"/>
                                        </p:tgtEl>
                                        <p:attrNameLst>
                                          <p:attrName>style.visibility</p:attrName>
                                        </p:attrNameLst>
                                      </p:cBhvr>
                                      <p:to>
                                        <p:strVal val="visible"/>
                                      </p:to>
                                    </p:set>
                                    <p:animEffect transition="in" filter="fade">
                                      <p:cBhvr>
                                        <p:cTn id="186" dur="550"/>
                                        <p:tgtEl>
                                          <p:spTgt spid="39"/>
                                        </p:tgtEl>
                                      </p:cBhvr>
                                    </p:animEffect>
                                    <p:anim calcmode="lin" valueType="num">
                                      <p:cBhvr>
                                        <p:cTn id="187" dur="550" decel="100000" fill="hold"/>
                                        <p:tgtEl>
                                          <p:spTgt spid="39"/>
                                        </p:tgtEl>
                                        <p:attrNameLst>
                                          <p:attrName>ppt_x</p:attrName>
                                        </p:attrNameLst>
                                      </p:cBhvr>
                                      <p:tavLst>
                                        <p:tav tm="0">
                                          <p:val>
                                            <p:strVal val="#ppt_x"/>
                                          </p:val>
                                        </p:tav>
                                        <p:tav tm="100000">
                                          <p:val>
                                            <p:strVal val="#ppt_x"/>
                                          </p:val>
                                        </p:tav>
                                      </p:tavLst>
                                    </p:anim>
                                    <p:anim calcmode="lin" valueType="num">
                                      <p:cBhvr>
                                        <p:cTn id="188" dur="550" decel="100000" fill="hold"/>
                                        <p:tgtEl>
                                          <p:spTgt spid="39"/>
                                        </p:tgtEl>
                                        <p:attrNameLst>
                                          <p:attrName>ppt_y</p:attrName>
                                        </p:attrNameLst>
                                      </p:cBhvr>
                                      <p:tavLst>
                                        <p:tav tm="0">
                                          <p:val>
                                            <p:strVal val="#ppt_y+.04"/>
                                          </p:val>
                                        </p:tav>
                                        <p:tav tm="100000">
                                          <p:val>
                                            <p:strVal val="#ppt_y"/>
                                          </p:val>
                                        </p:tav>
                                      </p:tavLst>
                                    </p:anim>
                                  </p:childTnLst>
                                </p:cTn>
                              </p:par>
                              <p:par>
                                <p:cTn id="189" presetID="42" presetClass="entr" presetSubtype="0" fill="hold" grpId="0" nodeType="withEffect">
                                  <p:stCondLst>
                                    <p:cond delay="0"/>
                                  </p:stCondLst>
                                  <p:childTnLst>
                                    <p:set>
                                      <p:cBhvr>
                                        <p:cTn id="190" dur="1" fill="hold">
                                          <p:stCondLst>
                                            <p:cond delay="0"/>
                                          </p:stCondLst>
                                        </p:cTn>
                                        <p:tgtEl>
                                          <p:spTgt spid="40"/>
                                        </p:tgtEl>
                                        <p:attrNameLst>
                                          <p:attrName>style.visibility</p:attrName>
                                        </p:attrNameLst>
                                      </p:cBhvr>
                                      <p:to>
                                        <p:strVal val="visible"/>
                                      </p:to>
                                    </p:set>
                                    <p:animEffect transition="in" filter="fade">
                                      <p:cBhvr>
                                        <p:cTn id="191" dur="550"/>
                                        <p:tgtEl>
                                          <p:spTgt spid="40"/>
                                        </p:tgtEl>
                                      </p:cBhvr>
                                    </p:animEffect>
                                    <p:anim calcmode="lin" valueType="num">
                                      <p:cBhvr>
                                        <p:cTn id="192" dur="550" decel="100000" fill="hold"/>
                                        <p:tgtEl>
                                          <p:spTgt spid="40"/>
                                        </p:tgtEl>
                                        <p:attrNameLst>
                                          <p:attrName>ppt_x</p:attrName>
                                        </p:attrNameLst>
                                      </p:cBhvr>
                                      <p:tavLst>
                                        <p:tav tm="0">
                                          <p:val>
                                            <p:strVal val="#ppt_x"/>
                                          </p:val>
                                        </p:tav>
                                        <p:tav tm="100000">
                                          <p:val>
                                            <p:strVal val="#ppt_x"/>
                                          </p:val>
                                        </p:tav>
                                      </p:tavLst>
                                    </p:anim>
                                    <p:anim calcmode="lin" valueType="num">
                                      <p:cBhvr>
                                        <p:cTn id="193" dur="550" decel="100000" fill="hold"/>
                                        <p:tgtEl>
                                          <p:spTgt spid="40"/>
                                        </p:tgtEl>
                                        <p:attrNameLst>
                                          <p:attrName>ppt_y</p:attrName>
                                        </p:attrNameLst>
                                      </p:cBhvr>
                                      <p:tavLst>
                                        <p:tav tm="0">
                                          <p:val>
                                            <p:strVal val="#ppt_y+.04"/>
                                          </p:val>
                                        </p:tav>
                                        <p:tav tm="100000">
                                          <p:val>
                                            <p:strVal val="#ppt_y"/>
                                          </p:val>
                                        </p:tav>
                                      </p:tavLst>
                                    </p:anim>
                                  </p:childTnLst>
                                </p:cTn>
                              </p:par>
                              <p:par>
                                <p:cTn id="194" presetID="42" presetClass="entr" presetSubtype="0" fill="hold" grpId="0" nodeType="withEffect">
                                  <p:stCondLst>
                                    <p:cond delay="0"/>
                                  </p:stCondLst>
                                  <p:childTnLst>
                                    <p:set>
                                      <p:cBhvr>
                                        <p:cTn id="195" dur="1" fill="hold">
                                          <p:stCondLst>
                                            <p:cond delay="0"/>
                                          </p:stCondLst>
                                        </p:cTn>
                                        <p:tgtEl>
                                          <p:spTgt spid="41"/>
                                        </p:tgtEl>
                                        <p:attrNameLst>
                                          <p:attrName>style.visibility</p:attrName>
                                        </p:attrNameLst>
                                      </p:cBhvr>
                                      <p:to>
                                        <p:strVal val="visible"/>
                                      </p:to>
                                    </p:set>
                                    <p:animEffect transition="in" filter="fade">
                                      <p:cBhvr>
                                        <p:cTn id="196" dur="550"/>
                                        <p:tgtEl>
                                          <p:spTgt spid="41"/>
                                        </p:tgtEl>
                                      </p:cBhvr>
                                    </p:animEffect>
                                    <p:anim calcmode="lin" valueType="num">
                                      <p:cBhvr>
                                        <p:cTn id="197" dur="550" decel="100000" fill="hold"/>
                                        <p:tgtEl>
                                          <p:spTgt spid="41"/>
                                        </p:tgtEl>
                                        <p:attrNameLst>
                                          <p:attrName>ppt_x</p:attrName>
                                        </p:attrNameLst>
                                      </p:cBhvr>
                                      <p:tavLst>
                                        <p:tav tm="0">
                                          <p:val>
                                            <p:strVal val="#ppt_x"/>
                                          </p:val>
                                        </p:tav>
                                        <p:tav tm="100000">
                                          <p:val>
                                            <p:strVal val="#ppt_x"/>
                                          </p:val>
                                        </p:tav>
                                      </p:tavLst>
                                    </p:anim>
                                    <p:anim calcmode="lin" valueType="num">
                                      <p:cBhvr>
                                        <p:cTn id="198" dur="550" decel="100000" fill="hold"/>
                                        <p:tgtEl>
                                          <p:spTgt spid="41"/>
                                        </p:tgtEl>
                                        <p:attrNameLst>
                                          <p:attrName>ppt_y</p:attrName>
                                        </p:attrNameLst>
                                      </p:cBhvr>
                                      <p:tavLst>
                                        <p:tav tm="0">
                                          <p:val>
                                            <p:strVal val="#ppt_y+.04"/>
                                          </p:val>
                                        </p:tav>
                                        <p:tav tm="100000">
                                          <p:val>
                                            <p:strVal val="#ppt_y"/>
                                          </p:val>
                                        </p:tav>
                                      </p:tavLst>
                                    </p:anim>
                                  </p:childTnLst>
                                </p:cTn>
                              </p:par>
                              <p:par>
                                <p:cTn id="199" presetID="42" presetClass="entr" presetSubtype="0" fill="hold" grpId="0" nodeType="withEffect">
                                  <p:stCondLst>
                                    <p:cond delay="0"/>
                                  </p:stCondLst>
                                  <p:childTnLst>
                                    <p:set>
                                      <p:cBhvr>
                                        <p:cTn id="200" dur="1" fill="hold">
                                          <p:stCondLst>
                                            <p:cond delay="0"/>
                                          </p:stCondLst>
                                        </p:cTn>
                                        <p:tgtEl>
                                          <p:spTgt spid="42"/>
                                        </p:tgtEl>
                                        <p:attrNameLst>
                                          <p:attrName>style.visibility</p:attrName>
                                        </p:attrNameLst>
                                      </p:cBhvr>
                                      <p:to>
                                        <p:strVal val="visible"/>
                                      </p:to>
                                    </p:set>
                                    <p:animEffect transition="in" filter="fade">
                                      <p:cBhvr>
                                        <p:cTn id="201" dur="550"/>
                                        <p:tgtEl>
                                          <p:spTgt spid="42"/>
                                        </p:tgtEl>
                                      </p:cBhvr>
                                    </p:animEffect>
                                    <p:anim calcmode="lin" valueType="num">
                                      <p:cBhvr>
                                        <p:cTn id="202" dur="550" decel="100000" fill="hold"/>
                                        <p:tgtEl>
                                          <p:spTgt spid="42"/>
                                        </p:tgtEl>
                                        <p:attrNameLst>
                                          <p:attrName>ppt_x</p:attrName>
                                        </p:attrNameLst>
                                      </p:cBhvr>
                                      <p:tavLst>
                                        <p:tav tm="0">
                                          <p:val>
                                            <p:strVal val="#ppt_x"/>
                                          </p:val>
                                        </p:tav>
                                        <p:tav tm="100000">
                                          <p:val>
                                            <p:strVal val="#ppt_x"/>
                                          </p:val>
                                        </p:tav>
                                      </p:tavLst>
                                    </p:anim>
                                    <p:anim calcmode="lin" valueType="num">
                                      <p:cBhvr>
                                        <p:cTn id="203" dur="550" decel="100000" fill="hold"/>
                                        <p:tgtEl>
                                          <p:spTgt spid="42"/>
                                        </p:tgtEl>
                                        <p:attrNameLst>
                                          <p:attrName>ppt_y</p:attrName>
                                        </p:attrNameLst>
                                      </p:cBhvr>
                                      <p:tavLst>
                                        <p:tav tm="0">
                                          <p:val>
                                            <p:strVal val="#ppt_y+.04"/>
                                          </p:val>
                                        </p:tav>
                                        <p:tav tm="100000">
                                          <p:val>
                                            <p:strVal val="#ppt_y"/>
                                          </p:val>
                                        </p:tav>
                                      </p:tavLst>
                                    </p:anim>
                                  </p:childTnLst>
                                </p:cTn>
                              </p:par>
                              <p:par>
                                <p:cTn id="204" presetID="42" presetClass="entr" presetSubtype="0" fill="hold" grpId="0" nodeType="withEffect">
                                  <p:stCondLst>
                                    <p:cond delay="0"/>
                                  </p:stCondLst>
                                  <p:childTnLst>
                                    <p:set>
                                      <p:cBhvr>
                                        <p:cTn id="205" dur="1" fill="hold">
                                          <p:stCondLst>
                                            <p:cond delay="0"/>
                                          </p:stCondLst>
                                        </p:cTn>
                                        <p:tgtEl>
                                          <p:spTgt spid="43"/>
                                        </p:tgtEl>
                                        <p:attrNameLst>
                                          <p:attrName>style.visibility</p:attrName>
                                        </p:attrNameLst>
                                      </p:cBhvr>
                                      <p:to>
                                        <p:strVal val="visible"/>
                                      </p:to>
                                    </p:set>
                                    <p:animEffect transition="in" filter="fade">
                                      <p:cBhvr>
                                        <p:cTn id="206" dur="550"/>
                                        <p:tgtEl>
                                          <p:spTgt spid="43"/>
                                        </p:tgtEl>
                                      </p:cBhvr>
                                    </p:animEffect>
                                    <p:anim calcmode="lin" valueType="num">
                                      <p:cBhvr>
                                        <p:cTn id="207" dur="550" decel="100000" fill="hold"/>
                                        <p:tgtEl>
                                          <p:spTgt spid="43"/>
                                        </p:tgtEl>
                                        <p:attrNameLst>
                                          <p:attrName>ppt_x</p:attrName>
                                        </p:attrNameLst>
                                      </p:cBhvr>
                                      <p:tavLst>
                                        <p:tav tm="0">
                                          <p:val>
                                            <p:strVal val="#ppt_x"/>
                                          </p:val>
                                        </p:tav>
                                        <p:tav tm="100000">
                                          <p:val>
                                            <p:strVal val="#ppt_x"/>
                                          </p:val>
                                        </p:tav>
                                      </p:tavLst>
                                    </p:anim>
                                    <p:anim calcmode="lin" valueType="num">
                                      <p:cBhvr>
                                        <p:cTn id="208" dur="550" decel="100000" fill="hold"/>
                                        <p:tgtEl>
                                          <p:spTgt spid="43"/>
                                        </p:tgtEl>
                                        <p:attrNameLst>
                                          <p:attrName>ppt_y</p:attrName>
                                        </p:attrNameLst>
                                      </p:cBhvr>
                                      <p:tavLst>
                                        <p:tav tm="0">
                                          <p:val>
                                            <p:strVal val="#ppt_y+.04"/>
                                          </p:val>
                                        </p:tav>
                                        <p:tav tm="100000">
                                          <p:val>
                                            <p:strVal val="#ppt_y"/>
                                          </p:val>
                                        </p:tav>
                                      </p:tavLst>
                                    </p:anim>
                                  </p:childTnLst>
                                </p:cTn>
                              </p:par>
                              <p:par>
                                <p:cTn id="209" presetID="42" presetClass="entr" presetSubtype="0" fill="hold" grpId="0" nodeType="withEffect">
                                  <p:stCondLst>
                                    <p:cond delay="0"/>
                                  </p:stCondLst>
                                  <p:childTnLst>
                                    <p:set>
                                      <p:cBhvr>
                                        <p:cTn id="210" dur="1" fill="hold">
                                          <p:stCondLst>
                                            <p:cond delay="0"/>
                                          </p:stCondLst>
                                        </p:cTn>
                                        <p:tgtEl>
                                          <p:spTgt spid="44"/>
                                        </p:tgtEl>
                                        <p:attrNameLst>
                                          <p:attrName>style.visibility</p:attrName>
                                        </p:attrNameLst>
                                      </p:cBhvr>
                                      <p:to>
                                        <p:strVal val="visible"/>
                                      </p:to>
                                    </p:set>
                                    <p:animEffect transition="in" filter="fade">
                                      <p:cBhvr>
                                        <p:cTn id="211" dur="550"/>
                                        <p:tgtEl>
                                          <p:spTgt spid="44"/>
                                        </p:tgtEl>
                                      </p:cBhvr>
                                    </p:animEffect>
                                    <p:anim calcmode="lin" valueType="num">
                                      <p:cBhvr>
                                        <p:cTn id="212" dur="550" decel="100000" fill="hold"/>
                                        <p:tgtEl>
                                          <p:spTgt spid="44"/>
                                        </p:tgtEl>
                                        <p:attrNameLst>
                                          <p:attrName>ppt_x</p:attrName>
                                        </p:attrNameLst>
                                      </p:cBhvr>
                                      <p:tavLst>
                                        <p:tav tm="0">
                                          <p:val>
                                            <p:strVal val="#ppt_x"/>
                                          </p:val>
                                        </p:tav>
                                        <p:tav tm="100000">
                                          <p:val>
                                            <p:strVal val="#ppt_x"/>
                                          </p:val>
                                        </p:tav>
                                      </p:tavLst>
                                    </p:anim>
                                    <p:anim calcmode="lin" valueType="num">
                                      <p:cBhvr>
                                        <p:cTn id="213" dur="550" decel="100000" fill="hold"/>
                                        <p:tgtEl>
                                          <p:spTgt spid="44"/>
                                        </p:tgtEl>
                                        <p:attrNameLst>
                                          <p:attrName>ppt_y</p:attrName>
                                        </p:attrNameLst>
                                      </p:cBhvr>
                                      <p:tavLst>
                                        <p:tav tm="0">
                                          <p:val>
                                            <p:strVal val="#ppt_y+.04"/>
                                          </p:val>
                                        </p:tav>
                                        <p:tav tm="100000">
                                          <p:val>
                                            <p:strVal val="#ppt_y"/>
                                          </p:val>
                                        </p:tav>
                                      </p:tavLst>
                                    </p:anim>
                                  </p:childTnLst>
                                </p:cTn>
                              </p:par>
                              <p:par>
                                <p:cTn id="214" presetID="42" presetClass="entr" presetSubtype="0" fill="hold" grpId="0" nodeType="withEffect">
                                  <p:stCondLst>
                                    <p:cond delay="0"/>
                                  </p:stCondLst>
                                  <p:childTnLst>
                                    <p:set>
                                      <p:cBhvr>
                                        <p:cTn id="215" dur="1" fill="hold">
                                          <p:stCondLst>
                                            <p:cond delay="0"/>
                                          </p:stCondLst>
                                        </p:cTn>
                                        <p:tgtEl>
                                          <p:spTgt spid="45"/>
                                        </p:tgtEl>
                                        <p:attrNameLst>
                                          <p:attrName>style.visibility</p:attrName>
                                        </p:attrNameLst>
                                      </p:cBhvr>
                                      <p:to>
                                        <p:strVal val="visible"/>
                                      </p:to>
                                    </p:set>
                                    <p:animEffect transition="in" filter="fade">
                                      <p:cBhvr>
                                        <p:cTn id="216" dur="550"/>
                                        <p:tgtEl>
                                          <p:spTgt spid="45"/>
                                        </p:tgtEl>
                                      </p:cBhvr>
                                    </p:animEffect>
                                    <p:anim calcmode="lin" valueType="num">
                                      <p:cBhvr>
                                        <p:cTn id="217" dur="550" decel="100000" fill="hold"/>
                                        <p:tgtEl>
                                          <p:spTgt spid="45"/>
                                        </p:tgtEl>
                                        <p:attrNameLst>
                                          <p:attrName>ppt_x</p:attrName>
                                        </p:attrNameLst>
                                      </p:cBhvr>
                                      <p:tavLst>
                                        <p:tav tm="0">
                                          <p:val>
                                            <p:strVal val="#ppt_x"/>
                                          </p:val>
                                        </p:tav>
                                        <p:tav tm="100000">
                                          <p:val>
                                            <p:strVal val="#ppt_x"/>
                                          </p:val>
                                        </p:tav>
                                      </p:tavLst>
                                    </p:anim>
                                    <p:anim calcmode="lin" valueType="num">
                                      <p:cBhvr>
                                        <p:cTn id="218" dur="550" decel="100000" fill="hold"/>
                                        <p:tgtEl>
                                          <p:spTgt spid="4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10" grpId="0" animBg="1"/>
      <p:bldP spid="12" grpId="0" animBg="1"/>
      <p:bldP spid="14" grpId="0" animBg="1"/>
      <p:bldP spid="15" grpId="0" animBg="1"/>
      <p:bldP spid="16" grpId="0" animBg="1"/>
      <p:bldP spid="17" grpId="0" animBg="1"/>
      <p:bldP spid="19" grpId="0" animBg="1"/>
      <p:bldP spid="21" grpId="0" animBg="1"/>
      <p:bldP spid="23" grpId="0" animBg="1"/>
      <p:bldP spid="25" grpId="0" animBg="1"/>
      <p:bldP spid="26" grpId="0" animBg="1"/>
      <p:bldP spid="27" grpId="0" animBg="1"/>
      <p:bldP spid="28" grpId="0" animBg="1"/>
      <p:bldP spid="30" grpId="0" animBg="1"/>
      <p:bldP spid="32" grpId="0" animBg="1"/>
      <p:bldP spid="34" grpId="0" animBg="1"/>
      <p:bldP spid="35" grpId="0" animBg="1"/>
      <p:bldP spid="36" grpId="0" animBg="1"/>
      <p:bldP spid="37" grpId="0" animBg="1"/>
      <p:bldP spid="39" grpId="0" animBg="1"/>
      <p:bldP spid="41" grpId="0" animBg="1"/>
      <p:bldP spid="43" grpId="0" animBg="1"/>
      <p:bldP spid="4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548640" y="292608"/>
            <a:ext cx="8229600" cy="274320"/>
          </a:xfrm>
          <a:prstGeom prst="rect">
            <a:avLst/>
          </a:prstGeom>
          <a:noFill/>
          <a:ln/>
        </p:spPr>
        <p:txBody>
          <a:bodyPr wrap="square" lIns="0" tIns="0" rIns="0" bIns="0" rtlCol="0" anchor="ctr"/>
          <a:lstStyle/>
          <a:p>
            <a:pPr algn="l" indent="0" marL="0">
              <a:buNone/>
            </a:pPr>
            <a:r>
              <a:rPr lang="en-US" sz="1200" b="1" spc="200" kern="0" dirty="0">
                <a:solidFill>
                  <a:srgbClr val="00B7E5"/>
                </a:solidFill>
              </a:rPr>
              <a:t>IGÉNYFELMÉRÉS</a:t>
            </a:r>
            <a:endParaRPr lang="en-US" sz="1200" dirty="0"/>
          </a:p>
        </p:txBody>
      </p:sp>
      <p:sp>
        <p:nvSpPr>
          <p:cNvPr id="3" name="Text 0"/>
          <p:cNvSpPr/>
          <p:nvPr>
            <p:ph idx="102" type="title" hasCustomPrompt="1"/>
          </p:nvPr>
        </p:nvSpPr>
        <p:spPr>
          <a:xfrm>
            <a:off x="548640" y="566928"/>
            <a:ext cx="10058400" cy="640080"/>
          </a:xfrm>
          <a:prstGeom prst="rect">
            <a:avLst/>
          </a:prstGeom>
          <a:noFill/>
          <a:ln/>
        </p:spPr>
        <p:txBody>
          <a:bodyPr wrap="square" lIns="0" tIns="0" rIns="0" bIns="0" rtlCol="0" anchor="ctr"/>
          <a:lstStyle/>
          <a:p>
            <a:pPr algn="l" indent="0" marL="0">
              <a:buNone/>
            </a:pPr>
            <a:r>
              <a:rPr lang="en-US" sz="3000" b="1" dirty="0">
                <a:solidFill>
                  <a:srgbClr val="003366"/>
                </a:solidFill>
              </a:rPr>
              <a:t>Lehetőségek és témakörök</a:t>
            </a:r>
            <a:endParaRPr lang="en-US" sz="3000" dirty="0"/>
          </a:p>
        </p:txBody>
      </p:sp>
      <p:pic>
        <p:nvPicPr>
          <p:cNvPr id="4" name="tl0_img" descr="assets/tile0.png">    </p:cNvPr>
          <p:cNvPicPr>
            <a:picLocks noChangeAspect="1"/>
          </p:cNvPicPr>
          <p:nvPr/>
        </p:nvPicPr>
        <p:blipFill>
          <a:blip r:embed="rId1"/>
          <a:stretch>
            <a:fillRect/>
          </a:stretch>
        </p:blipFill>
        <p:spPr>
          <a:xfrm>
            <a:off x="548640" y="1371600"/>
            <a:ext cx="2606040" cy="1078992"/>
          </a:xfrm>
          <a:prstGeom prst="rect">
            <a:avLst/>
          </a:prstGeom>
        </p:spPr>
      </p:pic>
      <p:sp>
        <p:nvSpPr>
          <p:cNvPr id="5" name="tl0_cap"/>
          <p:cNvSpPr txBox="1"/>
          <p:nvPr/>
        </p:nvSpPr>
        <p:spPr>
          <a:xfrm>
            <a:off x="548640" y="250545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Meglévő termékek</a:t>
            </a:r>
            <a:endParaRPr lang="en-US" sz="1200" dirty="0"/>
          </a:p>
        </p:txBody>
      </p:sp>
      <p:pic>
        <p:nvPicPr>
          <p:cNvPr id="6" name="tl1_img" descr="assets/tile1.png">    </p:cNvPr>
          <p:cNvPicPr>
            <a:picLocks noChangeAspect="1"/>
          </p:cNvPicPr>
          <p:nvPr/>
        </p:nvPicPr>
        <p:blipFill>
          <a:blip r:embed="rId2"/>
          <a:stretch>
            <a:fillRect/>
          </a:stretch>
        </p:blipFill>
        <p:spPr>
          <a:xfrm>
            <a:off x="3383280" y="1371600"/>
            <a:ext cx="2606040" cy="1078992"/>
          </a:xfrm>
          <a:prstGeom prst="rect">
            <a:avLst/>
          </a:prstGeom>
        </p:spPr>
      </p:pic>
      <p:sp>
        <p:nvSpPr>
          <p:cNvPr id="7" name="tl1_cap"/>
          <p:cNvSpPr txBox="1"/>
          <p:nvPr/>
        </p:nvSpPr>
        <p:spPr>
          <a:xfrm>
            <a:off x="3383280" y="250545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Ingatlantervek megvalósítása</a:t>
            </a:r>
            <a:endParaRPr lang="en-US" sz="1200" dirty="0"/>
          </a:p>
        </p:txBody>
      </p:sp>
      <p:pic>
        <p:nvPicPr>
          <p:cNvPr id="8" name="tl2_img" descr="assets/tile2.png">    </p:cNvPr>
          <p:cNvPicPr>
            <a:picLocks noChangeAspect="1"/>
          </p:cNvPicPr>
          <p:nvPr/>
        </p:nvPicPr>
        <p:blipFill>
          <a:blip r:embed="rId3"/>
          <a:stretch>
            <a:fillRect/>
          </a:stretch>
        </p:blipFill>
        <p:spPr>
          <a:xfrm>
            <a:off x="6217920" y="1371600"/>
            <a:ext cx="2606040" cy="1078992"/>
          </a:xfrm>
          <a:prstGeom prst="rect">
            <a:avLst/>
          </a:prstGeom>
        </p:spPr>
      </p:pic>
      <p:sp>
        <p:nvSpPr>
          <p:cNvPr id="9" name="tl2_cap"/>
          <p:cNvSpPr txBox="1"/>
          <p:nvPr/>
        </p:nvSpPr>
        <p:spPr>
          <a:xfrm>
            <a:off x="6217920" y="250545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Otthonteremtési támogatások</a:t>
            </a:r>
            <a:endParaRPr lang="en-US" sz="1200" dirty="0"/>
          </a:p>
        </p:txBody>
      </p:sp>
      <p:pic>
        <p:nvPicPr>
          <p:cNvPr id="10" name="tl3_img" descr="assets/tile3.png">    </p:cNvPr>
          <p:cNvPicPr>
            <a:picLocks noChangeAspect="1"/>
          </p:cNvPicPr>
          <p:nvPr/>
        </p:nvPicPr>
        <p:blipFill>
          <a:blip r:embed="rId4"/>
          <a:stretch>
            <a:fillRect/>
          </a:stretch>
        </p:blipFill>
        <p:spPr>
          <a:xfrm>
            <a:off x="9052560" y="1371600"/>
            <a:ext cx="2606040" cy="1078992"/>
          </a:xfrm>
          <a:prstGeom prst="rect">
            <a:avLst/>
          </a:prstGeom>
        </p:spPr>
      </p:pic>
      <p:sp>
        <p:nvSpPr>
          <p:cNvPr id="11" name="tl3_cap"/>
          <p:cNvSpPr txBox="1"/>
          <p:nvPr/>
        </p:nvSpPr>
        <p:spPr>
          <a:xfrm>
            <a:off x="9052560" y="250545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Évente járó 116.000 Ft adókedvezmény lakáshitelek után</a:t>
            </a:r>
            <a:endParaRPr lang="en-US" sz="1200" dirty="0"/>
          </a:p>
        </p:txBody>
      </p:sp>
      <p:pic>
        <p:nvPicPr>
          <p:cNvPr id="12" name="tl4_img" descr="assets/tile4.png">    </p:cNvPr>
          <p:cNvPicPr>
            <a:picLocks noChangeAspect="1"/>
          </p:cNvPicPr>
          <p:nvPr/>
        </p:nvPicPr>
        <p:blipFill>
          <a:blip r:embed="rId5"/>
          <a:stretch>
            <a:fillRect/>
          </a:stretch>
        </p:blipFill>
        <p:spPr>
          <a:xfrm>
            <a:off x="548640" y="3063240"/>
            <a:ext cx="2606040" cy="1078992"/>
          </a:xfrm>
          <a:prstGeom prst="rect">
            <a:avLst/>
          </a:prstGeom>
        </p:spPr>
      </p:pic>
      <p:sp>
        <p:nvSpPr>
          <p:cNvPr id="13" name="tl4_cap"/>
          <p:cNvSpPr txBox="1"/>
          <p:nvPr/>
        </p:nvSpPr>
        <p:spPr>
          <a:xfrm>
            <a:off x="548640" y="419709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200.000 Ft szülési támogatás</a:t>
            </a:r>
            <a:endParaRPr lang="en-US" sz="1200" dirty="0"/>
          </a:p>
        </p:txBody>
      </p:sp>
      <p:pic>
        <p:nvPicPr>
          <p:cNvPr id="14" name="tl5_img" descr="assets/tile5.png">    </p:cNvPr>
          <p:cNvPicPr>
            <a:picLocks noChangeAspect="1"/>
          </p:cNvPicPr>
          <p:nvPr/>
        </p:nvPicPr>
        <p:blipFill>
          <a:blip r:embed="rId6"/>
          <a:stretch>
            <a:fillRect/>
          </a:stretch>
        </p:blipFill>
        <p:spPr>
          <a:xfrm>
            <a:off x="3383280" y="3063240"/>
            <a:ext cx="2606040" cy="1078992"/>
          </a:xfrm>
          <a:prstGeom prst="rect">
            <a:avLst/>
          </a:prstGeom>
        </p:spPr>
      </p:pic>
      <p:sp>
        <p:nvSpPr>
          <p:cNvPr id="15" name="tl5_cap"/>
          <p:cNvSpPr txBox="1"/>
          <p:nvPr/>
        </p:nvSpPr>
        <p:spPr>
          <a:xfrm>
            <a:off x="3383280" y="419709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Csecsemőápolási termékekre 20% visszatérítés</a:t>
            </a:r>
            <a:endParaRPr lang="en-US" sz="1200" dirty="0"/>
          </a:p>
        </p:txBody>
      </p:sp>
      <p:pic>
        <p:nvPicPr>
          <p:cNvPr id="16" name="tl6_img" descr="assets/tile6.png">    </p:cNvPr>
          <p:cNvPicPr>
            <a:picLocks noChangeAspect="1"/>
          </p:cNvPicPr>
          <p:nvPr/>
        </p:nvPicPr>
        <p:blipFill>
          <a:blip r:embed="rId7"/>
          <a:stretch>
            <a:fillRect/>
          </a:stretch>
        </p:blipFill>
        <p:spPr>
          <a:xfrm>
            <a:off x="6217920" y="3063240"/>
            <a:ext cx="2606040" cy="1078992"/>
          </a:xfrm>
          <a:prstGeom prst="rect">
            <a:avLst/>
          </a:prstGeom>
        </p:spPr>
      </p:pic>
      <p:sp>
        <p:nvSpPr>
          <p:cNvPr id="17" name="tl6_cap"/>
          <p:cNvSpPr txBox="1"/>
          <p:nvPr/>
        </p:nvSpPr>
        <p:spPr>
          <a:xfrm>
            <a:off x="6217920" y="419709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Életkezdési támogatás a könnyebb elinduláshoz</a:t>
            </a:r>
            <a:endParaRPr lang="en-US" sz="1200" dirty="0"/>
          </a:p>
        </p:txBody>
      </p:sp>
      <p:pic>
        <p:nvPicPr>
          <p:cNvPr id="18" name="tl7_img" descr="assets/tile7.png">    </p:cNvPr>
          <p:cNvPicPr>
            <a:picLocks noChangeAspect="1"/>
          </p:cNvPicPr>
          <p:nvPr/>
        </p:nvPicPr>
        <p:blipFill>
          <a:blip r:embed="rId8"/>
          <a:stretch>
            <a:fillRect/>
          </a:stretch>
        </p:blipFill>
        <p:spPr>
          <a:xfrm>
            <a:off x="9052560" y="3063240"/>
            <a:ext cx="2606040" cy="1078992"/>
          </a:xfrm>
          <a:prstGeom prst="rect">
            <a:avLst/>
          </a:prstGeom>
        </p:spPr>
      </p:pic>
      <p:sp>
        <p:nvSpPr>
          <p:cNvPr id="19" name="tl7_cap"/>
          <p:cNvSpPr txBox="1"/>
          <p:nvPr/>
        </p:nvSpPr>
        <p:spPr>
          <a:xfrm>
            <a:off x="9052560" y="419709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Ruhából, tanszerből, felsőoktatási költségekből visszatérítés</a:t>
            </a:r>
            <a:endParaRPr lang="en-US" sz="1200" dirty="0"/>
          </a:p>
        </p:txBody>
      </p:sp>
      <p:pic>
        <p:nvPicPr>
          <p:cNvPr id="20" name="tl8_img" descr="assets/tile8.png">    </p:cNvPr>
          <p:cNvPicPr>
            <a:picLocks noChangeAspect="1"/>
          </p:cNvPicPr>
          <p:nvPr/>
        </p:nvPicPr>
        <p:blipFill>
          <a:blip r:embed="rId9"/>
          <a:stretch>
            <a:fillRect/>
          </a:stretch>
        </p:blipFill>
        <p:spPr>
          <a:xfrm>
            <a:off x="548640" y="4754880"/>
            <a:ext cx="2606040" cy="1078992"/>
          </a:xfrm>
          <a:prstGeom prst="rect">
            <a:avLst/>
          </a:prstGeom>
        </p:spPr>
      </p:pic>
      <p:sp>
        <p:nvSpPr>
          <p:cNvPr id="21" name="tl8_cap"/>
          <p:cNvSpPr txBox="1"/>
          <p:nvPr/>
        </p:nvSpPr>
        <p:spPr>
          <a:xfrm>
            <a:off x="548640" y="588873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Infláció elleni védelem</a:t>
            </a:r>
            <a:endParaRPr lang="en-US" sz="1200" dirty="0"/>
          </a:p>
        </p:txBody>
      </p:sp>
      <p:pic>
        <p:nvPicPr>
          <p:cNvPr id="22" name="tl9_img" descr="assets/tile9.png">    </p:cNvPr>
          <p:cNvPicPr>
            <a:picLocks noChangeAspect="1"/>
          </p:cNvPicPr>
          <p:nvPr/>
        </p:nvPicPr>
        <p:blipFill>
          <a:blip r:embed="rId10"/>
          <a:stretch>
            <a:fillRect/>
          </a:stretch>
        </p:blipFill>
        <p:spPr>
          <a:xfrm>
            <a:off x="3383280" y="4754880"/>
            <a:ext cx="2606040" cy="1078992"/>
          </a:xfrm>
          <a:prstGeom prst="rect">
            <a:avLst/>
          </a:prstGeom>
        </p:spPr>
      </p:pic>
      <p:sp>
        <p:nvSpPr>
          <p:cNvPr id="23" name="tl9_cap"/>
          <p:cNvSpPr txBox="1"/>
          <p:nvPr/>
        </p:nvSpPr>
        <p:spPr>
          <a:xfrm>
            <a:off x="3383280" y="588873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Több millió Ft adó-visszatérítés a nyugdíjmegtakarításhoz</a:t>
            </a:r>
            <a:endParaRPr lang="en-US" sz="1200" dirty="0"/>
          </a:p>
        </p:txBody>
      </p:sp>
      <p:pic>
        <p:nvPicPr>
          <p:cNvPr id="24" name="tl10_img" descr="assets/tile10.png">    </p:cNvPr>
          <p:cNvPicPr>
            <a:picLocks noChangeAspect="1"/>
          </p:cNvPicPr>
          <p:nvPr/>
        </p:nvPicPr>
        <p:blipFill>
          <a:blip r:embed="rId11"/>
          <a:stretch>
            <a:fillRect/>
          </a:stretch>
        </p:blipFill>
        <p:spPr>
          <a:xfrm>
            <a:off x="6217920" y="4754880"/>
            <a:ext cx="2606040" cy="1078992"/>
          </a:xfrm>
          <a:prstGeom prst="rect">
            <a:avLst/>
          </a:prstGeom>
        </p:spPr>
      </p:pic>
      <p:sp>
        <p:nvSpPr>
          <p:cNvPr id="25" name="tl10_cap"/>
          <p:cNvSpPr txBox="1"/>
          <p:nvPr/>
        </p:nvSpPr>
        <p:spPr>
          <a:xfrm>
            <a:off x="6217920" y="588873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Saját egészségünk védelme</a:t>
            </a:r>
            <a:endParaRPr lang="en-US" sz="1200" dirty="0"/>
          </a:p>
        </p:txBody>
      </p:sp>
      <p:pic>
        <p:nvPicPr>
          <p:cNvPr id="26" name="tl11_img" descr="assets/tile11.png">    </p:cNvPr>
          <p:cNvPicPr>
            <a:picLocks noChangeAspect="1"/>
          </p:cNvPicPr>
          <p:nvPr/>
        </p:nvPicPr>
        <p:blipFill>
          <a:blip r:embed="rId12"/>
          <a:stretch>
            <a:fillRect/>
          </a:stretch>
        </p:blipFill>
        <p:spPr>
          <a:xfrm>
            <a:off x="9052560" y="4754880"/>
            <a:ext cx="2606040" cy="1078992"/>
          </a:xfrm>
          <a:prstGeom prst="rect">
            <a:avLst/>
          </a:prstGeom>
        </p:spPr>
      </p:pic>
      <p:sp>
        <p:nvSpPr>
          <p:cNvPr id="27" name="tl11_cap"/>
          <p:cNvSpPr txBox="1"/>
          <p:nvPr/>
        </p:nvSpPr>
        <p:spPr>
          <a:xfrm>
            <a:off x="9052560" y="5888736"/>
            <a:ext cx="2606040" cy="457200"/>
          </a:xfrm>
          <a:prstGeom prst="rect">
            <a:avLst/>
          </a:prstGeom>
          <a:noFill/>
          <a:ln/>
        </p:spPr>
        <p:txBody>
          <a:bodyPr wrap="square" lIns="0" tIns="0" rIns="0" bIns="0" rtlCol="0" anchor="t"/>
          <a:lstStyle/>
          <a:p>
            <a:pPr indent="0" marL="0">
              <a:buNone/>
            </a:pPr>
            <a:r>
              <a:rPr lang="en-US" sz="1200" b="1" dirty="0">
                <a:solidFill>
                  <a:srgbClr val="003366"/>
                </a:solidFill>
                <a:latin typeface="Arial" pitchFamily="34" charset="0"/>
                <a:ea typeface="Arial" pitchFamily="34" charset="-122"/>
                <a:cs typeface="Arial" pitchFamily="34" charset="-120"/>
              </a:rPr>
              <a:t>Gyógyszertári termékekre, magánorvosra 20% visszatérítés</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50"/>
                                        <p:tgtEl>
                                          <p:spTgt spid="4"/>
                                        </p:tgtEl>
                                      </p:cBhvr>
                                    </p:animEffect>
                                    <p:anim calcmode="lin" valueType="num">
                                      <p:cBhvr>
                                        <p:cTn id="6" dur="550" decel="100000" fill="hold"/>
                                        <p:tgtEl>
                                          <p:spTgt spid="4"/>
                                        </p:tgtEl>
                                        <p:attrNameLst>
                                          <p:attrName>ppt_x</p:attrName>
                                        </p:attrNameLst>
                                      </p:cBhvr>
                                      <p:tavLst>
                                        <p:tav tm="0">
                                          <p:val>
                                            <p:strVal val="#ppt_x"/>
                                          </p:val>
                                        </p:tav>
                                        <p:tav tm="100000">
                                          <p:val>
                                            <p:strVal val="#ppt_x"/>
                                          </p:val>
                                        </p:tav>
                                      </p:tavLst>
                                    </p:anim>
                                    <p:anim calcmode="lin" valueType="num">
                                      <p:cBhvr>
                                        <p:cTn id="7" dur="550" decel="100000" fill="hold"/>
                                        <p:tgtEl>
                                          <p:spTgt spid="4"/>
                                        </p:tgtEl>
                                        <p:attrNameLst>
                                          <p:attrName>ppt_y</p:attrName>
                                        </p:attrNameLst>
                                      </p:cBhvr>
                                      <p:tavLst>
                                        <p:tav tm="0">
                                          <p:val>
                                            <p:strVal val="#ppt_y+.04"/>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p:cTn id="11" dur="550" decel="100000" fill="hold"/>
                                        <p:tgtEl>
                                          <p:spTgt spid="5"/>
                                        </p:tgtEl>
                                        <p:attrNameLst>
                                          <p:attrName>ppt_x</p:attrName>
                                        </p:attrNameLst>
                                      </p:cBhvr>
                                      <p:tavLst>
                                        <p:tav tm="0">
                                          <p:val>
                                            <p:strVal val="#ppt_x"/>
                                          </p:val>
                                        </p:tav>
                                        <p:tav tm="100000">
                                          <p:val>
                                            <p:strVal val="#ppt_x"/>
                                          </p:val>
                                        </p:tav>
                                      </p:tavLst>
                                    </p:anim>
                                    <p:anim calcmode="lin" valueType="num">
                                      <p:cBhvr>
                                        <p:cTn id="12" dur="550" decel="1000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4"/>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p:cTn id="30" dur="550" decel="100000" fill="hold"/>
                                        <p:tgtEl>
                                          <p:spTgt spid="8"/>
                                        </p:tgtEl>
                                        <p:attrNameLst>
                                          <p:attrName>ppt_x</p:attrName>
                                        </p:attrNameLst>
                                      </p:cBhvr>
                                      <p:tavLst>
                                        <p:tav tm="0">
                                          <p:val>
                                            <p:strVal val="#ppt_x"/>
                                          </p:val>
                                        </p:tav>
                                        <p:tav tm="100000">
                                          <p:val>
                                            <p:strVal val="#ppt_x"/>
                                          </p:val>
                                        </p:tav>
                                      </p:tavLst>
                                    </p:anim>
                                    <p:anim calcmode="lin" valueType="num">
                                      <p:cBhvr>
                                        <p:cTn id="31" dur="550" decel="100000" fill="hold"/>
                                        <p:tgtEl>
                                          <p:spTgt spid="8"/>
                                        </p:tgtEl>
                                        <p:attrNameLst>
                                          <p:attrName>ppt_y</p:attrName>
                                        </p:attrNameLst>
                                      </p:cBhvr>
                                      <p:tavLst>
                                        <p:tav tm="0">
                                          <p:val>
                                            <p:strVal val="#ppt_y+.04"/>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50"/>
                                        <p:tgtEl>
                                          <p:spTgt spid="9"/>
                                        </p:tgtEl>
                                      </p:cBhvr>
                                    </p:animEffect>
                                    <p:anim calcmode="lin" valueType="num">
                                      <p:cBhvr>
                                        <p:cTn id="35" dur="550" decel="100000" fill="hold"/>
                                        <p:tgtEl>
                                          <p:spTgt spid="9"/>
                                        </p:tgtEl>
                                        <p:attrNameLst>
                                          <p:attrName>ppt_x</p:attrName>
                                        </p:attrNameLst>
                                      </p:cBhvr>
                                      <p:tavLst>
                                        <p:tav tm="0">
                                          <p:val>
                                            <p:strVal val="#ppt_x"/>
                                          </p:val>
                                        </p:tav>
                                        <p:tav tm="100000">
                                          <p:val>
                                            <p:strVal val="#ppt_x"/>
                                          </p:val>
                                        </p:tav>
                                      </p:tavLst>
                                    </p:anim>
                                    <p:anim calcmode="lin" valueType="num">
                                      <p:cBhvr>
                                        <p:cTn id="36" dur="550" decel="100000" fill="hold"/>
                                        <p:tgtEl>
                                          <p:spTgt spid="9"/>
                                        </p:tgtEl>
                                        <p:attrNameLst>
                                          <p:attrName>ppt_y</p:attrName>
                                        </p:attrNameLst>
                                      </p:cBhvr>
                                      <p:tavLst>
                                        <p:tav tm="0">
                                          <p:val>
                                            <p:strVal val="#ppt_y+.04"/>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50"/>
                                        <p:tgtEl>
                                          <p:spTgt spid="10"/>
                                        </p:tgtEl>
                                      </p:cBhvr>
                                    </p:animEffect>
                                    <p:anim calcmode="lin" valueType="num">
                                      <p:cBhvr>
                                        <p:cTn id="42" dur="550" decel="100000" fill="hold"/>
                                        <p:tgtEl>
                                          <p:spTgt spid="10"/>
                                        </p:tgtEl>
                                        <p:attrNameLst>
                                          <p:attrName>ppt_x</p:attrName>
                                        </p:attrNameLst>
                                      </p:cBhvr>
                                      <p:tavLst>
                                        <p:tav tm="0">
                                          <p:val>
                                            <p:strVal val="#ppt_x"/>
                                          </p:val>
                                        </p:tav>
                                        <p:tav tm="100000">
                                          <p:val>
                                            <p:strVal val="#ppt_x"/>
                                          </p:val>
                                        </p:tav>
                                      </p:tavLst>
                                    </p:anim>
                                    <p:anim calcmode="lin" valueType="num">
                                      <p:cBhvr>
                                        <p:cTn id="43" dur="550" decel="100000" fill="hold"/>
                                        <p:tgtEl>
                                          <p:spTgt spid="10"/>
                                        </p:tgtEl>
                                        <p:attrNameLst>
                                          <p:attrName>ppt_y</p:attrName>
                                        </p:attrNameLst>
                                      </p:cBhvr>
                                      <p:tavLst>
                                        <p:tav tm="0">
                                          <p:val>
                                            <p:strVal val="#ppt_y+.04"/>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50"/>
                                        <p:tgtEl>
                                          <p:spTgt spid="11"/>
                                        </p:tgtEl>
                                      </p:cBhvr>
                                    </p:animEffect>
                                    <p:anim calcmode="lin" valueType="num">
                                      <p:cBhvr>
                                        <p:cTn id="47" dur="550" decel="100000" fill="hold"/>
                                        <p:tgtEl>
                                          <p:spTgt spid="11"/>
                                        </p:tgtEl>
                                        <p:attrNameLst>
                                          <p:attrName>ppt_x</p:attrName>
                                        </p:attrNameLst>
                                      </p:cBhvr>
                                      <p:tavLst>
                                        <p:tav tm="0">
                                          <p:val>
                                            <p:strVal val="#ppt_x"/>
                                          </p:val>
                                        </p:tav>
                                        <p:tav tm="100000">
                                          <p:val>
                                            <p:strVal val="#ppt_x"/>
                                          </p:val>
                                        </p:tav>
                                      </p:tavLst>
                                    </p:anim>
                                    <p:anim calcmode="lin" valueType="num">
                                      <p:cBhvr>
                                        <p:cTn id="48" dur="550" decel="100000" fill="hold"/>
                                        <p:tgtEl>
                                          <p:spTgt spid="11"/>
                                        </p:tgtEl>
                                        <p:attrNameLst>
                                          <p:attrName>ppt_y</p:attrName>
                                        </p:attrNameLst>
                                      </p:cBhvr>
                                      <p:tavLst>
                                        <p:tav tm="0">
                                          <p:val>
                                            <p:strVal val="#ppt_y+.04"/>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50"/>
                                        <p:tgtEl>
                                          <p:spTgt spid="12"/>
                                        </p:tgtEl>
                                      </p:cBhvr>
                                    </p:animEffect>
                                    <p:anim calcmode="lin" valueType="num">
                                      <p:cBhvr>
                                        <p:cTn id="54" dur="550" decel="100000" fill="hold"/>
                                        <p:tgtEl>
                                          <p:spTgt spid="12"/>
                                        </p:tgtEl>
                                        <p:attrNameLst>
                                          <p:attrName>ppt_x</p:attrName>
                                        </p:attrNameLst>
                                      </p:cBhvr>
                                      <p:tavLst>
                                        <p:tav tm="0">
                                          <p:val>
                                            <p:strVal val="#ppt_x"/>
                                          </p:val>
                                        </p:tav>
                                        <p:tav tm="100000">
                                          <p:val>
                                            <p:strVal val="#ppt_x"/>
                                          </p:val>
                                        </p:tav>
                                      </p:tavLst>
                                    </p:anim>
                                    <p:anim calcmode="lin" valueType="num">
                                      <p:cBhvr>
                                        <p:cTn id="55" dur="550" decel="100000" fill="hold"/>
                                        <p:tgtEl>
                                          <p:spTgt spid="12"/>
                                        </p:tgtEl>
                                        <p:attrNameLst>
                                          <p:attrName>ppt_y</p:attrName>
                                        </p:attrNameLst>
                                      </p:cBhvr>
                                      <p:tavLst>
                                        <p:tav tm="0">
                                          <p:val>
                                            <p:strVal val="#ppt_y+.04"/>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50"/>
                                        <p:tgtEl>
                                          <p:spTgt spid="13"/>
                                        </p:tgtEl>
                                      </p:cBhvr>
                                    </p:animEffect>
                                    <p:anim calcmode="lin" valueType="num">
                                      <p:cBhvr>
                                        <p:cTn id="59" dur="550" decel="100000" fill="hold"/>
                                        <p:tgtEl>
                                          <p:spTgt spid="13"/>
                                        </p:tgtEl>
                                        <p:attrNameLst>
                                          <p:attrName>ppt_x</p:attrName>
                                        </p:attrNameLst>
                                      </p:cBhvr>
                                      <p:tavLst>
                                        <p:tav tm="0">
                                          <p:val>
                                            <p:strVal val="#ppt_x"/>
                                          </p:val>
                                        </p:tav>
                                        <p:tav tm="100000">
                                          <p:val>
                                            <p:strVal val="#ppt_x"/>
                                          </p:val>
                                        </p:tav>
                                      </p:tavLst>
                                    </p:anim>
                                    <p:anim calcmode="lin" valueType="num">
                                      <p:cBhvr>
                                        <p:cTn id="60" dur="550" decel="100000" fill="hold"/>
                                        <p:tgtEl>
                                          <p:spTgt spid="13"/>
                                        </p:tgtEl>
                                        <p:attrNameLst>
                                          <p:attrName>ppt_y</p:attrName>
                                        </p:attrNameLst>
                                      </p:cBhvr>
                                      <p:tavLst>
                                        <p:tav tm="0">
                                          <p:val>
                                            <p:strVal val="#ppt_y+.04"/>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550"/>
                                        <p:tgtEl>
                                          <p:spTgt spid="14"/>
                                        </p:tgtEl>
                                      </p:cBhvr>
                                    </p:animEffect>
                                    <p:anim calcmode="lin" valueType="num">
                                      <p:cBhvr>
                                        <p:cTn id="66" dur="550" decel="100000" fill="hold"/>
                                        <p:tgtEl>
                                          <p:spTgt spid="14"/>
                                        </p:tgtEl>
                                        <p:attrNameLst>
                                          <p:attrName>ppt_x</p:attrName>
                                        </p:attrNameLst>
                                      </p:cBhvr>
                                      <p:tavLst>
                                        <p:tav tm="0">
                                          <p:val>
                                            <p:strVal val="#ppt_x"/>
                                          </p:val>
                                        </p:tav>
                                        <p:tav tm="100000">
                                          <p:val>
                                            <p:strVal val="#ppt_x"/>
                                          </p:val>
                                        </p:tav>
                                      </p:tavLst>
                                    </p:anim>
                                    <p:anim calcmode="lin" valueType="num">
                                      <p:cBhvr>
                                        <p:cTn id="67" dur="550" decel="100000" fill="hold"/>
                                        <p:tgtEl>
                                          <p:spTgt spid="14"/>
                                        </p:tgtEl>
                                        <p:attrNameLst>
                                          <p:attrName>ppt_y</p:attrName>
                                        </p:attrNameLst>
                                      </p:cBhvr>
                                      <p:tavLst>
                                        <p:tav tm="0">
                                          <p:val>
                                            <p:strVal val="#ppt_y+.04"/>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50"/>
                                        <p:tgtEl>
                                          <p:spTgt spid="15"/>
                                        </p:tgtEl>
                                      </p:cBhvr>
                                    </p:animEffect>
                                    <p:anim calcmode="lin" valueType="num">
                                      <p:cBhvr>
                                        <p:cTn id="71" dur="550" decel="100000" fill="hold"/>
                                        <p:tgtEl>
                                          <p:spTgt spid="15"/>
                                        </p:tgtEl>
                                        <p:attrNameLst>
                                          <p:attrName>ppt_x</p:attrName>
                                        </p:attrNameLst>
                                      </p:cBhvr>
                                      <p:tavLst>
                                        <p:tav tm="0">
                                          <p:val>
                                            <p:strVal val="#ppt_x"/>
                                          </p:val>
                                        </p:tav>
                                        <p:tav tm="100000">
                                          <p:val>
                                            <p:strVal val="#ppt_x"/>
                                          </p:val>
                                        </p:tav>
                                      </p:tavLst>
                                    </p:anim>
                                    <p:anim calcmode="lin" valueType="num">
                                      <p:cBhvr>
                                        <p:cTn id="72" dur="550" decel="100000" fill="hold"/>
                                        <p:tgtEl>
                                          <p:spTgt spid="15"/>
                                        </p:tgtEl>
                                        <p:attrNameLst>
                                          <p:attrName>ppt_y</p:attrName>
                                        </p:attrNameLst>
                                      </p:cBhvr>
                                      <p:tavLst>
                                        <p:tav tm="0">
                                          <p:val>
                                            <p:strVal val="#ppt_y+.04"/>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550"/>
                                        <p:tgtEl>
                                          <p:spTgt spid="16"/>
                                        </p:tgtEl>
                                      </p:cBhvr>
                                    </p:animEffect>
                                    <p:anim calcmode="lin" valueType="num">
                                      <p:cBhvr>
                                        <p:cTn id="78" dur="550" decel="100000" fill="hold"/>
                                        <p:tgtEl>
                                          <p:spTgt spid="16"/>
                                        </p:tgtEl>
                                        <p:attrNameLst>
                                          <p:attrName>ppt_x</p:attrName>
                                        </p:attrNameLst>
                                      </p:cBhvr>
                                      <p:tavLst>
                                        <p:tav tm="0">
                                          <p:val>
                                            <p:strVal val="#ppt_x"/>
                                          </p:val>
                                        </p:tav>
                                        <p:tav tm="100000">
                                          <p:val>
                                            <p:strVal val="#ppt_x"/>
                                          </p:val>
                                        </p:tav>
                                      </p:tavLst>
                                    </p:anim>
                                    <p:anim calcmode="lin" valueType="num">
                                      <p:cBhvr>
                                        <p:cTn id="79" dur="550" decel="100000" fill="hold"/>
                                        <p:tgtEl>
                                          <p:spTgt spid="16"/>
                                        </p:tgtEl>
                                        <p:attrNameLst>
                                          <p:attrName>ppt_y</p:attrName>
                                        </p:attrNameLst>
                                      </p:cBhvr>
                                      <p:tavLst>
                                        <p:tav tm="0">
                                          <p:val>
                                            <p:strVal val="#ppt_y+.04"/>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550"/>
                                        <p:tgtEl>
                                          <p:spTgt spid="17"/>
                                        </p:tgtEl>
                                      </p:cBhvr>
                                    </p:animEffect>
                                    <p:anim calcmode="lin" valueType="num">
                                      <p:cBhvr>
                                        <p:cTn id="83" dur="550" decel="100000" fill="hold"/>
                                        <p:tgtEl>
                                          <p:spTgt spid="17"/>
                                        </p:tgtEl>
                                        <p:attrNameLst>
                                          <p:attrName>ppt_x</p:attrName>
                                        </p:attrNameLst>
                                      </p:cBhvr>
                                      <p:tavLst>
                                        <p:tav tm="0">
                                          <p:val>
                                            <p:strVal val="#ppt_x"/>
                                          </p:val>
                                        </p:tav>
                                        <p:tav tm="100000">
                                          <p:val>
                                            <p:strVal val="#ppt_x"/>
                                          </p:val>
                                        </p:tav>
                                      </p:tavLst>
                                    </p:anim>
                                    <p:anim calcmode="lin" valueType="num">
                                      <p:cBhvr>
                                        <p:cTn id="84" dur="550" decel="100000" fill="hold"/>
                                        <p:tgtEl>
                                          <p:spTgt spid="17"/>
                                        </p:tgtEl>
                                        <p:attrNameLst>
                                          <p:attrName>ppt_y</p:attrName>
                                        </p:attrNameLst>
                                      </p:cBhvr>
                                      <p:tavLst>
                                        <p:tav tm="0">
                                          <p:val>
                                            <p:strVal val="#ppt_y+.04"/>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50"/>
                                        <p:tgtEl>
                                          <p:spTgt spid="18"/>
                                        </p:tgtEl>
                                      </p:cBhvr>
                                    </p:animEffect>
                                    <p:anim calcmode="lin" valueType="num">
                                      <p:cBhvr>
                                        <p:cTn id="90" dur="550" decel="100000" fill="hold"/>
                                        <p:tgtEl>
                                          <p:spTgt spid="18"/>
                                        </p:tgtEl>
                                        <p:attrNameLst>
                                          <p:attrName>ppt_x</p:attrName>
                                        </p:attrNameLst>
                                      </p:cBhvr>
                                      <p:tavLst>
                                        <p:tav tm="0">
                                          <p:val>
                                            <p:strVal val="#ppt_x"/>
                                          </p:val>
                                        </p:tav>
                                        <p:tav tm="100000">
                                          <p:val>
                                            <p:strVal val="#ppt_x"/>
                                          </p:val>
                                        </p:tav>
                                      </p:tavLst>
                                    </p:anim>
                                    <p:anim calcmode="lin" valueType="num">
                                      <p:cBhvr>
                                        <p:cTn id="91" dur="550" decel="100000" fill="hold"/>
                                        <p:tgtEl>
                                          <p:spTgt spid="18"/>
                                        </p:tgtEl>
                                        <p:attrNameLst>
                                          <p:attrName>ppt_y</p:attrName>
                                        </p:attrNameLst>
                                      </p:cBhvr>
                                      <p:tavLst>
                                        <p:tav tm="0">
                                          <p:val>
                                            <p:strVal val="#ppt_y+.04"/>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550"/>
                                        <p:tgtEl>
                                          <p:spTgt spid="19"/>
                                        </p:tgtEl>
                                      </p:cBhvr>
                                    </p:animEffect>
                                    <p:anim calcmode="lin" valueType="num">
                                      <p:cBhvr>
                                        <p:cTn id="95" dur="550" decel="100000" fill="hold"/>
                                        <p:tgtEl>
                                          <p:spTgt spid="19"/>
                                        </p:tgtEl>
                                        <p:attrNameLst>
                                          <p:attrName>ppt_x</p:attrName>
                                        </p:attrNameLst>
                                      </p:cBhvr>
                                      <p:tavLst>
                                        <p:tav tm="0">
                                          <p:val>
                                            <p:strVal val="#ppt_x"/>
                                          </p:val>
                                        </p:tav>
                                        <p:tav tm="100000">
                                          <p:val>
                                            <p:strVal val="#ppt_x"/>
                                          </p:val>
                                        </p:tav>
                                      </p:tavLst>
                                    </p:anim>
                                    <p:anim calcmode="lin" valueType="num">
                                      <p:cBhvr>
                                        <p:cTn id="96" dur="550" decel="100000" fill="hold"/>
                                        <p:tgtEl>
                                          <p:spTgt spid="19"/>
                                        </p:tgtEl>
                                        <p:attrNameLst>
                                          <p:attrName>ppt_y</p:attrName>
                                        </p:attrNameLst>
                                      </p:cBhvr>
                                      <p:tavLst>
                                        <p:tav tm="0">
                                          <p:val>
                                            <p:strVal val="#ppt_y+.04"/>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99" presetID="42" presetClass="entr" presetSubtype="0" fill="hold" grpId="0" nodeType="click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550"/>
                                        <p:tgtEl>
                                          <p:spTgt spid="20"/>
                                        </p:tgtEl>
                                      </p:cBhvr>
                                    </p:animEffect>
                                    <p:anim calcmode="lin" valueType="num">
                                      <p:cBhvr>
                                        <p:cTn id="102" dur="550" decel="100000" fill="hold"/>
                                        <p:tgtEl>
                                          <p:spTgt spid="20"/>
                                        </p:tgtEl>
                                        <p:attrNameLst>
                                          <p:attrName>ppt_x</p:attrName>
                                        </p:attrNameLst>
                                      </p:cBhvr>
                                      <p:tavLst>
                                        <p:tav tm="0">
                                          <p:val>
                                            <p:strVal val="#ppt_x"/>
                                          </p:val>
                                        </p:tav>
                                        <p:tav tm="100000">
                                          <p:val>
                                            <p:strVal val="#ppt_x"/>
                                          </p:val>
                                        </p:tav>
                                      </p:tavLst>
                                    </p:anim>
                                    <p:anim calcmode="lin" valueType="num">
                                      <p:cBhvr>
                                        <p:cTn id="103" dur="550" decel="100000" fill="hold"/>
                                        <p:tgtEl>
                                          <p:spTgt spid="20"/>
                                        </p:tgtEl>
                                        <p:attrNameLst>
                                          <p:attrName>ppt_y</p:attrName>
                                        </p:attrNameLst>
                                      </p:cBhvr>
                                      <p:tavLst>
                                        <p:tav tm="0">
                                          <p:val>
                                            <p:strVal val="#ppt_y+.04"/>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550"/>
                                        <p:tgtEl>
                                          <p:spTgt spid="21"/>
                                        </p:tgtEl>
                                      </p:cBhvr>
                                    </p:animEffect>
                                    <p:anim calcmode="lin" valueType="num">
                                      <p:cBhvr>
                                        <p:cTn id="107" dur="550" decel="100000" fill="hold"/>
                                        <p:tgtEl>
                                          <p:spTgt spid="21"/>
                                        </p:tgtEl>
                                        <p:attrNameLst>
                                          <p:attrName>ppt_x</p:attrName>
                                        </p:attrNameLst>
                                      </p:cBhvr>
                                      <p:tavLst>
                                        <p:tav tm="0">
                                          <p:val>
                                            <p:strVal val="#ppt_x"/>
                                          </p:val>
                                        </p:tav>
                                        <p:tav tm="100000">
                                          <p:val>
                                            <p:strVal val="#ppt_x"/>
                                          </p:val>
                                        </p:tav>
                                      </p:tavLst>
                                    </p:anim>
                                    <p:anim calcmode="lin" valueType="num">
                                      <p:cBhvr>
                                        <p:cTn id="108" dur="550" decel="100000" fill="hold"/>
                                        <p:tgtEl>
                                          <p:spTgt spid="21"/>
                                        </p:tgtEl>
                                        <p:attrNameLst>
                                          <p:attrName>ppt_y</p:attrName>
                                        </p:attrNameLst>
                                      </p:cBhvr>
                                      <p:tavLst>
                                        <p:tav tm="0">
                                          <p:val>
                                            <p:strVal val="#ppt_y+.04"/>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2"/>
                                        </p:tgtEl>
                                        <p:attrNameLst>
                                          <p:attrName>style.visibility</p:attrName>
                                        </p:attrNameLst>
                                      </p:cBhvr>
                                      <p:to>
                                        <p:strVal val="visible"/>
                                      </p:to>
                                    </p:set>
                                    <p:animEffect transition="in" filter="fade">
                                      <p:cBhvr>
                                        <p:cTn id="113" dur="550"/>
                                        <p:tgtEl>
                                          <p:spTgt spid="22"/>
                                        </p:tgtEl>
                                      </p:cBhvr>
                                    </p:animEffect>
                                    <p:anim calcmode="lin" valueType="num">
                                      <p:cBhvr>
                                        <p:cTn id="114" dur="550" decel="100000" fill="hold"/>
                                        <p:tgtEl>
                                          <p:spTgt spid="22"/>
                                        </p:tgtEl>
                                        <p:attrNameLst>
                                          <p:attrName>ppt_x</p:attrName>
                                        </p:attrNameLst>
                                      </p:cBhvr>
                                      <p:tavLst>
                                        <p:tav tm="0">
                                          <p:val>
                                            <p:strVal val="#ppt_x"/>
                                          </p:val>
                                        </p:tav>
                                        <p:tav tm="100000">
                                          <p:val>
                                            <p:strVal val="#ppt_x"/>
                                          </p:val>
                                        </p:tav>
                                      </p:tavLst>
                                    </p:anim>
                                    <p:anim calcmode="lin" valueType="num">
                                      <p:cBhvr>
                                        <p:cTn id="115" dur="550" decel="100000" fill="hold"/>
                                        <p:tgtEl>
                                          <p:spTgt spid="22"/>
                                        </p:tgtEl>
                                        <p:attrNameLst>
                                          <p:attrName>ppt_y</p:attrName>
                                        </p:attrNameLst>
                                      </p:cBhvr>
                                      <p:tavLst>
                                        <p:tav tm="0">
                                          <p:val>
                                            <p:strVal val="#ppt_y+.04"/>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23"/>
                                        </p:tgtEl>
                                        <p:attrNameLst>
                                          <p:attrName>style.visibility</p:attrName>
                                        </p:attrNameLst>
                                      </p:cBhvr>
                                      <p:to>
                                        <p:strVal val="visible"/>
                                      </p:to>
                                    </p:set>
                                    <p:animEffect transition="in" filter="fade">
                                      <p:cBhvr>
                                        <p:cTn id="118" dur="550"/>
                                        <p:tgtEl>
                                          <p:spTgt spid="23"/>
                                        </p:tgtEl>
                                      </p:cBhvr>
                                    </p:animEffect>
                                    <p:anim calcmode="lin" valueType="num">
                                      <p:cBhvr>
                                        <p:cTn id="119" dur="550" decel="100000" fill="hold"/>
                                        <p:tgtEl>
                                          <p:spTgt spid="23"/>
                                        </p:tgtEl>
                                        <p:attrNameLst>
                                          <p:attrName>ppt_x</p:attrName>
                                        </p:attrNameLst>
                                      </p:cBhvr>
                                      <p:tavLst>
                                        <p:tav tm="0">
                                          <p:val>
                                            <p:strVal val="#ppt_x"/>
                                          </p:val>
                                        </p:tav>
                                        <p:tav tm="100000">
                                          <p:val>
                                            <p:strVal val="#ppt_x"/>
                                          </p:val>
                                        </p:tav>
                                      </p:tavLst>
                                    </p:anim>
                                    <p:anim calcmode="lin" valueType="num">
                                      <p:cBhvr>
                                        <p:cTn id="120" dur="550" decel="100000" fill="hold"/>
                                        <p:tgtEl>
                                          <p:spTgt spid="23"/>
                                        </p:tgtEl>
                                        <p:attrNameLst>
                                          <p:attrName>ppt_y</p:attrName>
                                        </p:attrNameLst>
                                      </p:cBhvr>
                                      <p:tavLst>
                                        <p:tav tm="0">
                                          <p:val>
                                            <p:strVal val="#ppt_y+.04"/>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23" presetID="42" presetClass="entr" presetSubtype="0" fill="hold" grpId="0" nodeType="clickEffect">
                                  <p:stCondLst>
                                    <p:cond delay="0"/>
                                  </p:stCondLst>
                                  <p:childTnLst>
                                    <p:set>
                                      <p:cBhvr>
                                        <p:cTn id="124" dur="1" fill="hold">
                                          <p:stCondLst>
                                            <p:cond delay="0"/>
                                          </p:stCondLst>
                                        </p:cTn>
                                        <p:tgtEl>
                                          <p:spTgt spid="24"/>
                                        </p:tgtEl>
                                        <p:attrNameLst>
                                          <p:attrName>style.visibility</p:attrName>
                                        </p:attrNameLst>
                                      </p:cBhvr>
                                      <p:to>
                                        <p:strVal val="visible"/>
                                      </p:to>
                                    </p:set>
                                    <p:animEffect transition="in" filter="fade">
                                      <p:cBhvr>
                                        <p:cTn id="125" dur="550"/>
                                        <p:tgtEl>
                                          <p:spTgt spid="24"/>
                                        </p:tgtEl>
                                      </p:cBhvr>
                                    </p:animEffect>
                                    <p:anim calcmode="lin" valueType="num">
                                      <p:cBhvr>
                                        <p:cTn id="126" dur="550" decel="100000" fill="hold"/>
                                        <p:tgtEl>
                                          <p:spTgt spid="24"/>
                                        </p:tgtEl>
                                        <p:attrNameLst>
                                          <p:attrName>ppt_x</p:attrName>
                                        </p:attrNameLst>
                                      </p:cBhvr>
                                      <p:tavLst>
                                        <p:tav tm="0">
                                          <p:val>
                                            <p:strVal val="#ppt_x"/>
                                          </p:val>
                                        </p:tav>
                                        <p:tav tm="100000">
                                          <p:val>
                                            <p:strVal val="#ppt_x"/>
                                          </p:val>
                                        </p:tav>
                                      </p:tavLst>
                                    </p:anim>
                                    <p:anim calcmode="lin" valueType="num">
                                      <p:cBhvr>
                                        <p:cTn id="127" dur="550" decel="100000" fill="hold"/>
                                        <p:tgtEl>
                                          <p:spTgt spid="24"/>
                                        </p:tgtEl>
                                        <p:attrNameLst>
                                          <p:attrName>ppt_y</p:attrName>
                                        </p:attrNameLst>
                                      </p:cBhvr>
                                      <p:tavLst>
                                        <p:tav tm="0">
                                          <p:val>
                                            <p:strVal val="#ppt_y+.04"/>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25"/>
                                        </p:tgtEl>
                                        <p:attrNameLst>
                                          <p:attrName>style.visibility</p:attrName>
                                        </p:attrNameLst>
                                      </p:cBhvr>
                                      <p:to>
                                        <p:strVal val="visible"/>
                                      </p:to>
                                    </p:set>
                                    <p:animEffect transition="in" filter="fade">
                                      <p:cBhvr>
                                        <p:cTn id="130" dur="550"/>
                                        <p:tgtEl>
                                          <p:spTgt spid="25"/>
                                        </p:tgtEl>
                                      </p:cBhvr>
                                    </p:animEffect>
                                    <p:anim calcmode="lin" valueType="num">
                                      <p:cBhvr>
                                        <p:cTn id="131" dur="550" decel="100000" fill="hold"/>
                                        <p:tgtEl>
                                          <p:spTgt spid="25"/>
                                        </p:tgtEl>
                                        <p:attrNameLst>
                                          <p:attrName>ppt_x</p:attrName>
                                        </p:attrNameLst>
                                      </p:cBhvr>
                                      <p:tavLst>
                                        <p:tav tm="0">
                                          <p:val>
                                            <p:strVal val="#ppt_x"/>
                                          </p:val>
                                        </p:tav>
                                        <p:tav tm="100000">
                                          <p:val>
                                            <p:strVal val="#ppt_x"/>
                                          </p:val>
                                        </p:tav>
                                      </p:tavLst>
                                    </p:anim>
                                    <p:anim calcmode="lin" valueType="num">
                                      <p:cBhvr>
                                        <p:cTn id="132" dur="550" decel="100000" fill="hold"/>
                                        <p:tgtEl>
                                          <p:spTgt spid="25"/>
                                        </p:tgtEl>
                                        <p:attrNameLst>
                                          <p:attrName>ppt_y</p:attrName>
                                        </p:attrNameLst>
                                      </p:cBhvr>
                                      <p:tavLst>
                                        <p:tav tm="0">
                                          <p:val>
                                            <p:strVal val="#ppt_y+.04"/>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35" presetID="42" presetClass="entr" presetSubtype="0" fill="hold" grpId="0" nodeType="clickEffect">
                                  <p:stCondLst>
                                    <p:cond delay="0"/>
                                  </p:stCondLst>
                                  <p:childTnLst>
                                    <p:set>
                                      <p:cBhvr>
                                        <p:cTn id="136" dur="1" fill="hold">
                                          <p:stCondLst>
                                            <p:cond delay="0"/>
                                          </p:stCondLst>
                                        </p:cTn>
                                        <p:tgtEl>
                                          <p:spTgt spid="26"/>
                                        </p:tgtEl>
                                        <p:attrNameLst>
                                          <p:attrName>style.visibility</p:attrName>
                                        </p:attrNameLst>
                                      </p:cBhvr>
                                      <p:to>
                                        <p:strVal val="visible"/>
                                      </p:to>
                                    </p:set>
                                    <p:animEffect transition="in" filter="fade">
                                      <p:cBhvr>
                                        <p:cTn id="137" dur="550"/>
                                        <p:tgtEl>
                                          <p:spTgt spid="26"/>
                                        </p:tgtEl>
                                      </p:cBhvr>
                                    </p:animEffect>
                                    <p:anim calcmode="lin" valueType="num">
                                      <p:cBhvr>
                                        <p:cTn id="138" dur="550" decel="100000" fill="hold"/>
                                        <p:tgtEl>
                                          <p:spTgt spid="26"/>
                                        </p:tgtEl>
                                        <p:attrNameLst>
                                          <p:attrName>ppt_x</p:attrName>
                                        </p:attrNameLst>
                                      </p:cBhvr>
                                      <p:tavLst>
                                        <p:tav tm="0">
                                          <p:val>
                                            <p:strVal val="#ppt_x"/>
                                          </p:val>
                                        </p:tav>
                                        <p:tav tm="100000">
                                          <p:val>
                                            <p:strVal val="#ppt_x"/>
                                          </p:val>
                                        </p:tav>
                                      </p:tavLst>
                                    </p:anim>
                                    <p:anim calcmode="lin" valueType="num">
                                      <p:cBhvr>
                                        <p:cTn id="139" dur="550" decel="100000" fill="hold"/>
                                        <p:tgtEl>
                                          <p:spTgt spid="26"/>
                                        </p:tgtEl>
                                        <p:attrNameLst>
                                          <p:attrName>ppt_y</p:attrName>
                                        </p:attrNameLst>
                                      </p:cBhvr>
                                      <p:tavLst>
                                        <p:tav tm="0">
                                          <p:val>
                                            <p:strVal val="#ppt_y+.04"/>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27"/>
                                        </p:tgtEl>
                                        <p:attrNameLst>
                                          <p:attrName>style.visibility</p:attrName>
                                        </p:attrNameLst>
                                      </p:cBhvr>
                                      <p:to>
                                        <p:strVal val="visible"/>
                                      </p:to>
                                    </p:set>
                                    <p:animEffect transition="in" filter="fade">
                                      <p:cBhvr>
                                        <p:cTn id="142" dur="550"/>
                                        <p:tgtEl>
                                          <p:spTgt spid="27"/>
                                        </p:tgtEl>
                                      </p:cBhvr>
                                    </p:animEffect>
                                    <p:anim calcmode="lin" valueType="num">
                                      <p:cBhvr>
                                        <p:cTn id="143" dur="550" decel="100000" fill="hold"/>
                                        <p:tgtEl>
                                          <p:spTgt spid="27"/>
                                        </p:tgtEl>
                                        <p:attrNameLst>
                                          <p:attrName>ppt_x</p:attrName>
                                        </p:attrNameLst>
                                      </p:cBhvr>
                                      <p:tavLst>
                                        <p:tav tm="0">
                                          <p:val>
                                            <p:strVal val="#ppt_x"/>
                                          </p:val>
                                        </p:tav>
                                        <p:tav tm="100000">
                                          <p:val>
                                            <p:strVal val="#ppt_x"/>
                                          </p:val>
                                        </p:tav>
                                      </p:tavLst>
                                    </p:anim>
                                    <p:anim calcmode="lin" valueType="num">
                                      <p:cBhvr>
                                        <p:cTn id="144" dur="550" decel="100000" fill="hold"/>
                                        <p:tgtEl>
                                          <p:spTgt spid="2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pig" descr="assets/piggy.jpg">    </p:cNvPr>
          <p:cNvPicPr>
            <a:picLocks noChangeAspect="1"/>
          </p:cNvPicPr>
          <p:nvPr/>
        </p:nvPicPr>
        <p:blipFill>
          <a:blip r:embed="rId1"/>
          <a:stretch>
            <a:fillRect/>
          </a:stretch>
        </p:blipFill>
        <p:spPr>
          <a:xfrm>
            <a:off x="0" y="0"/>
            <a:ext cx="12191695" cy="4480560"/>
          </a:xfrm>
          <a:prstGeom prst="rect">
            <a:avLst/>
          </a:prstGeom>
        </p:spPr>
      </p:pic>
      <p:sp>
        <p:nvSpPr>
          <p:cNvPr id="3" name="pig_band"/>
          <p:cNvSpPr/>
          <p:nvPr/>
        </p:nvSpPr>
        <p:spPr>
          <a:xfrm>
            <a:off x="0" y="4480560"/>
            <a:ext cx="12191695" cy="2377440"/>
          </a:xfrm>
          <a:prstGeom prst="rect">
            <a:avLst/>
          </a:prstGeom>
          <a:solidFill>
            <a:srgbClr val="003366"/>
          </a:solidFill>
          <a:ln/>
        </p:spPr>
      </p:sp>
      <p:sp>
        <p:nvSpPr>
          <p:cNvPr id="4" name="g_kicker"/>
          <p:cNvSpPr txBox="1"/>
          <p:nvPr/>
        </p:nvSpPr>
        <p:spPr>
          <a:xfrm>
            <a:off x="640080" y="4983480"/>
            <a:ext cx="5486400" cy="365760"/>
          </a:xfrm>
          <a:prstGeom prst="rect">
            <a:avLst/>
          </a:prstGeom>
          <a:noFill/>
          <a:ln/>
        </p:spPr>
        <p:txBody>
          <a:bodyPr wrap="square" lIns="0" tIns="0" rIns="0" bIns="0" rtlCol="0" anchor="ctr"/>
          <a:lstStyle/>
          <a:p>
            <a:pPr indent="0" marL="0">
              <a:buNone/>
            </a:pPr>
            <a:r>
              <a:rPr lang="en-US" sz="1400" b="1" spc="300" kern="0" dirty="0">
                <a:solidFill>
                  <a:srgbClr val="00B7E5"/>
                </a:solidFill>
                <a:latin typeface="Arial" pitchFamily="34" charset="0"/>
                <a:ea typeface="Arial" pitchFamily="34" charset="-122"/>
                <a:cs typeface="Arial" pitchFamily="34" charset="-120"/>
              </a:rPr>
              <a:t>A JÖVŐD</a:t>
            </a:r>
            <a:endParaRPr lang="en-US" sz="1400" dirty="0"/>
          </a:p>
        </p:txBody>
      </p:sp>
      <p:sp>
        <p:nvSpPr>
          <p:cNvPr id="5" name="g_title"/>
          <p:cNvSpPr txBox="1"/>
          <p:nvPr/>
        </p:nvSpPr>
        <p:spPr>
          <a:xfrm>
            <a:off x="640080" y="5349240"/>
            <a:ext cx="8229600" cy="86868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Gondtalan jövő</a:t>
            </a:r>
            <a:endParaRPr lang="en-US" sz="4800" dirty="0"/>
          </a:p>
        </p:txBody>
      </p:sp>
      <p:pic>
        <p:nvPicPr>
          <p:cNvPr id="6" name="g_logo" descr="assets/logo_white.png">    </p:cNvPr>
          <p:cNvPicPr>
            <a:picLocks noChangeAspect="1"/>
          </p:cNvPicPr>
          <p:nvPr/>
        </p:nvPicPr>
        <p:blipFill>
          <a:blip r:embed="rId2"/>
          <a:stretch>
            <a:fillRect/>
          </a:stretch>
        </p:blipFill>
        <p:spPr>
          <a:xfrm>
            <a:off x="10881360" y="5257800"/>
            <a:ext cx="704088" cy="82296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cond evt="onBegin" delay="0">
                          <p:tn val="2"/>
                        </p:cond>
                      </p:stCondLst>
                      <p:childTnLst>
                        <p:par>
                          <p:cTn id="14"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50"/>
                                        <p:tgtEl>
                                          <p:spTgt spid="4"/>
                                        </p:tgtEl>
                                      </p:cBhvr>
                                    </p:animEffect>
                                    <p:anim calcmode="lin" valueType="num">
                                      <p:cBhvr>
                                        <p:cTn id="6" dur="550" decel="100000" fill="hold"/>
                                        <p:tgtEl>
                                          <p:spTgt spid="4"/>
                                        </p:tgtEl>
                                        <p:attrNameLst>
                                          <p:attrName>ppt_x</p:attrName>
                                        </p:attrNameLst>
                                      </p:cBhvr>
                                      <p:tavLst>
                                        <p:tav tm="0">
                                          <p:val>
                                            <p:strVal val="#ppt_x"/>
                                          </p:val>
                                        </p:tav>
                                        <p:tav tm="100000">
                                          <p:val>
                                            <p:strVal val="#ppt_x"/>
                                          </p:val>
                                        </p:tav>
                                      </p:tavLst>
                                    </p:anim>
                                    <p:anim calcmode="lin" valueType="num">
                                      <p:cBhvr>
                                        <p:cTn id="7" dur="550" decel="100000" fill="hold"/>
                                        <p:tgtEl>
                                          <p:spTgt spid="4"/>
                                        </p:tgtEl>
                                        <p:attrNameLst>
                                          <p:attrName>ppt_y</p:attrName>
                                        </p:attrNameLst>
                                      </p:cBhvr>
                                      <p:tavLst>
                                        <p:tav tm="0">
                                          <p:val>
                                            <p:strVal val="#ppt_y+.04"/>
                                          </p:val>
                                        </p:tav>
                                        <p:tav tm="100000">
                                          <p:val>
                                            <p:strVal val="#ppt_y"/>
                                          </p:val>
                                        </p:tav>
                                      </p:tavLst>
                                    </p:anim>
                                  </p:childTnLst>
                                </p:cTn>
                              </p:par>
                              <p:par>
                                <p:cTn id="8" presetID="42" presetClass="entr" presetSubtype="0" fill="hold" grpId="0" nodeType="withEffect">
                                  <p:stCondLst>
                                    <p:cond delay="18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p:cTn id="11" dur="550" decel="100000" fill="hold"/>
                                        <p:tgtEl>
                                          <p:spTgt spid="5"/>
                                        </p:tgtEl>
                                        <p:attrNameLst>
                                          <p:attrName>ppt_x</p:attrName>
                                        </p:attrNameLst>
                                      </p:cBhvr>
                                      <p:tavLst>
                                        <p:tav tm="0">
                                          <p:val>
                                            <p:strVal val="#ppt_x"/>
                                          </p:val>
                                        </p:tav>
                                        <p:tav tm="100000">
                                          <p:val>
                                            <p:strVal val="#ppt_x"/>
                                          </p:val>
                                        </p:tav>
                                      </p:tavLst>
                                    </p:anim>
                                    <p:anim calcmode="lin" valueType="num">
                                      <p:cBhvr>
                                        <p:cTn id="12" dur="550" decel="100000" fill="hold"/>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548640" y="292608"/>
            <a:ext cx="8229600" cy="274320"/>
          </a:xfrm>
          <a:prstGeom prst="rect">
            <a:avLst/>
          </a:prstGeom>
          <a:noFill/>
          <a:ln/>
        </p:spPr>
        <p:txBody>
          <a:bodyPr wrap="square" lIns="0" tIns="0" rIns="0" bIns="0" rtlCol="0" anchor="ctr"/>
          <a:lstStyle/>
          <a:p>
            <a:pPr algn="l" indent="0" marL="0">
              <a:buNone/>
            </a:pPr>
            <a:r>
              <a:rPr lang="en-US" sz="1200" b="1" spc="200" kern="0" dirty="0">
                <a:solidFill>
                  <a:srgbClr val="00B7E5"/>
                </a:solidFill>
              </a:rPr>
              <a:t>A JÖVŐD</a:t>
            </a:r>
            <a:endParaRPr lang="en-US" sz="1200" dirty="0"/>
          </a:p>
        </p:txBody>
      </p:sp>
      <p:sp>
        <p:nvSpPr>
          <p:cNvPr id="3" name="Text 0"/>
          <p:cNvSpPr/>
          <p:nvPr>
            <p:ph idx="102" type="title" hasCustomPrompt="1"/>
          </p:nvPr>
        </p:nvSpPr>
        <p:spPr>
          <a:xfrm>
            <a:off x="548640" y="566928"/>
            <a:ext cx="10058400" cy="640080"/>
          </a:xfrm>
          <a:prstGeom prst="rect">
            <a:avLst/>
          </a:prstGeom>
          <a:noFill/>
          <a:ln/>
        </p:spPr>
        <p:txBody>
          <a:bodyPr wrap="square" lIns="0" tIns="0" rIns="0" bIns="0" rtlCol="0" anchor="ctr"/>
          <a:lstStyle/>
          <a:p>
            <a:pPr algn="l" indent="0" marL="0">
              <a:buNone/>
            </a:pPr>
            <a:r>
              <a:rPr lang="en-US" sz="3000" b="1" dirty="0">
                <a:solidFill>
                  <a:srgbClr val="003366"/>
                </a:solidFill>
              </a:rPr>
              <a:t>Gondtalan jövő</a:t>
            </a:r>
            <a:endParaRPr lang="en-US" sz="3000" dirty="0"/>
          </a:p>
        </p:txBody>
      </p:sp>
      <p:pic>
        <p:nvPicPr>
          <p:cNvPr id="4" name="col0" descr="assets/col0.png">    </p:cNvPr>
          <p:cNvPicPr>
            <a:picLocks noChangeAspect="1"/>
          </p:cNvPicPr>
          <p:nvPr/>
        </p:nvPicPr>
        <p:blipFill>
          <a:blip r:embed="rId1"/>
          <a:stretch>
            <a:fillRect/>
          </a:stretch>
        </p:blipFill>
        <p:spPr>
          <a:xfrm>
            <a:off x="548640" y="1417320"/>
            <a:ext cx="5449824" cy="2331720"/>
          </a:xfrm>
          <a:prstGeom prst="rect">
            <a:avLst/>
          </a:prstGeom>
        </p:spPr>
      </p:pic>
      <p:pic>
        <p:nvPicPr>
          <p:cNvPr id="5" name="col1" descr="assets/col1.png">    </p:cNvPr>
          <p:cNvPicPr>
            <a:picLocks noChangeAspect="1"/>
          </p:cNvPicPr>
          <p:nvPr/>
        </p:nvPicPr>
        <p:blipFill>
          <a:blip r:embed="rId2"/>
          <a:stretch>
            <a:fillRect/>
          </a:stretch>
        </p:blipFill>
        <p:spPr>
          <a:xfrm>
            <a:off x="6190488" y="1417320"/>
            <a:ext cx="5449824" cy="2331720"/>
          </a:xfrm>
          <a:prstGeom prst="rect">
            <a:avLst/>
          </a:prstGeom>
        </p:spPr>
      </p:pic>
      <p:pic>
        <p:nvPicPr>
          <p:cNvPr id="6" name="col2" descr="assets/col2.png">    </p:cNvPr>
          <p:cNvPicPr>
            <a:picLocks noChangeAspect="1"/>
          </p:cNvPicPr>
          <p:nvPr/>
        </p:nvPicPr>
        <p:blipFill>
          <a:blip r:embed="rId3"/>
          <a:stretch>
            <a:fillRect/>
          </a:stretch>
        </p:blipFill>
        <p:spPr>
          <a:xfrm>
            <a:off x="548640" y="3931920"/>
            <a:ext cx="5449824" cy="2331720"/>
          </a:xfrm>
          <a:prstGeom prst="rect">
            <a:avLst/>
          </a:prstGeom>
        </p:spPr>
      </p:pic>
      <p:pic>
        <p:nvPicPr>
          <p:cNvPr id="7" name="col3" descr="assets/col3.png">    </p:cNvPr>
          <p:cNvPicPr>
            <a:picLocks noChangeAspect="1"/>
          </p:cNvPicPr>
          <p:nvPr/>
        </p:nvPicPr>
        <p:blipFill>
          <a:blip r:embed="rId4"/>
          <a:stretch>
            <a:fillRect/>
          </a:stretch>
        </p:blipFill>
        <p:spPr>
          <a:xfrm>
            <a:off x="6190488" y="3931920"/>
            <a:ext cx="5449824" cy="233172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cond evt="onBegin" delay="0">
                          <p:tn val="2"/>
                        </p:cond>
                      </p:stCondLst>
                      <p:childTnLst>
                        <p:par>
                          <p:cTn id="24"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50"/>
                                        <p:tgtEl>
                                          <p:spTgt spid="4"/>
                                        </p:tgtEl>
                                      </p:cBhvr>
                                    </p:animEffect>
                                    <p:anim calcmode="lin" valueType="num">
                                      <p:cBhvr>
                                        <p:cTn id="6" dur="550" decel="100000" fill="hold"/>
                                        <p:tgtEl>
                                          <p:spTgt spid="4"/>
                                        </p:tgtEl>
                                        <p:attrNameLst>
                                          <p:attrName>ppt_x</p:attrName>
                                        </p:attrNameLst>
                                      </p:cBhvr>
                                      <p:tavLst>
                                        <p:tav tm="0">
                                          <p:val>
                                            <p:strVal val="#ppt_x"/>
                                          </p:val>
                                        </p:tav>
                                        <p:tav tm="100000">
                                          <p:val>
                                            <p:strVal val="#ppt_x"/>
                                          </p:val>
                                        </p:tav>
                                      </p:tavLst>
                                    </p:anim>
                                    <p:anim calcmode="lin" valueType="num">
                                      <p:cBhvr>
                                        <p:cTn id="7" dur="550" decel="100000" fill="hold"/>
                                        <p:tgtEl>
                                          <p:spTgt spid="4"/>
                                        </p:tgtEl>
                                        <p:attrNameLst>
                                          <p:attrName>ppt_y</p:attrName>
                                        </p:attrNameLst>
                                      </p:cBhvr>
                                      <p:tavLst>
                                        <p:tav tm="0">
                                          <p:val>
                                            <p:strVal val="#ppt_y+.04"/>
                                          </p:val>
                                        </p:tav>
                                        <p:tav tm="100000">
                                          <p:val>
                                            <p:strVal val="#ppt_y"/>
                                          </p:val>
                                        </p:tav>
                                      </p:tavLst>
                                    </p:anim>
                                  </p:childTnLst>
                                </p:cTn>
                              </p:par>
                              <p:par>
                                <p:cTn id="8" presetID="42" presetClass="entr" presetSubtype="0" fill="hold" grpId="0" nodeType="withEffect">
                                  <p:stCondLst>
                                    <p:cond delay="18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p:cTn id="11" dur="550" decel="100000" fill="hold"/>
                                        <p:tgtEl>
                                          <p:spTgt spid="5"/>
                                        </p:tgtEl>
                                        <p:attrNameLst>
                                          <p:attrName>ppt_x</p:attrName>
                                        </p:attrNameLst>
                                      </p:cBhvr>
                                      <p:tavLst>
                                        <p:tav tm="0">
                                          <p:val>
                                            <p:strVal val="#ppt_x"/>
                                          </p:val>
                                        </p:tav>
                                        <p:tav tm="100000">
                                          <p:val>
                                            <p:strVal val="#ppt_x"/>
                                          </p:val>
                                        </p:tav>
                                      </p:tavLst>
                                    </p:anim>
                                    <p:anim calcmode="lin" valueType="num">
                                      <p:cBhvr>
                                        <p:cTn id="12" dur="550" decel="100000" fill="hold"/>
                                        <p:tgtEl>
                                          <p:spTgt spid="5"/>
                                        </p:tgtEl>
                                        <p:attrNameLst>
                                          <p:attrName>ppt_y</p:attrName>
                                        </p:attrNameLst>
                                      </p:cBhvr>
                                      <p:tavLst>
                                        <p:tav tm="0">
                                          <p:val>
                                            <p:strVal val="#ppt_y+.04"/>
                                          </p:val>
                                        </p:tav>
                                        <p:tav tm="100000">
                                          <p:val>
                                            <p:strVal val="#ppt_y"/>
                                          </p:val>
                                        </p:tav>
                                      </p:tavLst>
                                    </p:anim>
                                  </p:childTnLst>
                                </p:cTn>
                              </p:par>
                              <p:par>
                                <p:cTn id="13" presetID="42" presetClass="entr" presetSubtype="0" fill="hold" grpId="0" nodeType="withEffect">
                                  <p:stCondLst>
                                    <p:cond delay="36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50"/>
                                        <p:tgtEl>
                                          <p:spTgt spid="6"/>
                                        </p:tgtEl>
                                      </p:cBhvr>
                                    </p:animEffect>
                                    <p:anim calcmode="lin" valueType="num">
                                      <p:cBhvr>
                                        <p:cTn id="16" dur="550" decel="100000" fill="hold"/>
                                        <p:tgtEl>
                                          <p:spTgt spid="6"/>
                                        </p:tgtEl>
                                        <p:attrNameLst>
                                          <p:attrName>ppt_x</p:attrName>
                                        </p:attrNameLst>
                                      </p:cBhvr>
                                      <p:tavLst>
                                        <p:tav tm="0">
                                          <p:val>
                                            <p:strVal val="#ppt_x"/>
                                          </p:val>
                                        </p:tav>
                                        <p:tav tm="100000">
                                          <p:val>
                                            <p:strVal val="#ppt_x"/>
                                          </p:val>
                                        </p:tav>
                                      </p:tavLst>
                                    </p:anim>
                                    <p:anim calcmode="lin" valueType="num">
                                      <p:cBhvr>
                                        <p:cTn id="17" dur="550" decel="100000" fill="hold"/>
                                        <p:tgtEl>
                                          <p:spTgt spid="6"/>
                                        </p:tgtEl>
                                        <p:attrNameLst>
                                          <p:attrName>ppt_y</p:attrName>
                                        </p:attrNameLst>
                                      </p:cBhvr>
                                      <p:tavLst>
                                        <p:tav tm="0">
                                          <p:val>
                                            <p:strVal val="#ppt_y+.04"/>
                                          </p:val>
                                        </p:tav>
                                        <p:tav tm="100000">
                                          <p:val>
                                            <p:strVal val="#ppt_y"/>
                                          </p:val>
                                        </p:tav>
                                      </p:tavLst>
                                    </p:anim>
                                  </p:childTnLst>
                                </p:cTn>
                              </p:par>
                              <p:par>
                                <p:cTn id="18" presetID="42" presetClass="entr" presetSubtype="0" fill="hold" grpId="0" nodeType="withEffect">
                                  <p:stCondLst>
                                    <p:cond delay="5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50"/>
                                        <p:tgtEl>
                                          <p:spTgt spid="7"/>
                                        </p:tgtEl>
                                      </p:cBhvr>
                                    </p:animEffect>
                                    <p:anim calcmode="lin" valueType="num">
                                      <p:cBhvr>
                                        <p:cTn id="21" dur="550" decel="100000" fill="hold"/>
                                        <p:tgtEl>
                                          <p:spTgt spid="7"/>
                                        </p:tgtEl>
                                        <p:attrNameLst>
                                          <p:attrName>ppt_x</p:attrName>
                                        </p:attrNameLst>
                                      </p:cBhvr>
                                      <p:tavLst>
                                        <p:tav tm="0">
                                          <p:val>
                                            <p:strVal val="#ppt_x"/>
                                          </p:val>
                                        </p:tav>
                                        <p:tav tm="100000">
                                          <p:val>
                                            <p:strVal val="#ppt_x"/>
                                          </p:val>
                                        </p:tav>
                                      </p:tavLst>
                                    </p:anim>
                                    <p:anim calcmode="lin" valueType="num">
                                      <p:cBhvr>
                                        <p:cTn id="22" dur="550" decel="100000" fill="hold"/>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548640" y="292608"/>
            <a:ext cx="8229600" cy="274320"/>
          </a:xfrm>
          <a:prstGeom prst="rect">
            <a:avLst/>
          </a:prstGeom>
          <a:noFill/>
          <a:ln/>
        </p:spPr>
        <p:txBody>
          <a:bodyPr wrap="square" lIns="0" tIns="0" rIns="0" bIns="0" rtlCol="0" anchor="ctr"/>
          <a:lstStyle/>
          <a:p>
            <a:pPr algn="l" indent="0" marL="0">
              <a:buNone/>
            </a:pPr>
            <a:r>
              <a:rPr lang="en-US" sz="1200" b="1" spc="200" kern="0" dirty="0">
                <a:solidFill>
                  <a:srgbClr val="00B7E5"/>
                </a:solidFill>
              </a:rPr>
              <a:t>A SAJTÓBAN</a:t>
            </a:r>
            <a:endParaRPr lang="en-US" sz="1200" dirty="0"/>
          </a:p>
        </p:txBody>
      </p:sp>
      <p:sp>
        <p:nvSpPr>
          <p:cNvPr id="3" name="Text 0"/>
          <p:cNvSpPr/>
          <p:nvPr>
            <p:ph idx="102" type="title" hasCustomPrompt="1"/>
          </p:nvPr>
        </p:nvSpPr>
        <p:spPr>
          <a:xfrm>
            <a:off x="548640" y="566928"/>
            <a:ext cx="10058400" cy="640080"/>
          </a:xfrm>
          <a:prstGeom prst="rect">
            <a:avLst/>
          </a:prstGeom>
          <a:noFill/>
          <a:ln/>
        </p:spPr>
        <p:txBody>
          <a:bodyPr wrap="square" lIns="0" tIns="0" rIns="0" bIns="0" rtlCol="0" anchor="ctr"/>
          <a:lstStyle/>
          <a:p>
            <a:pPr algn="l" indent="0" marL="0">
              <a:buNone/>
            </a:pPr>
            <a:r>
              <a:rPr lang="en-US" sz="3000" b="1" dirty="0">
                <a:solidFill>
                  <a:srgbClr val="003366"/>
                </a:solidFill>
              </a:rPr>
              <a:t>„Nyugdíjbomba”</a:t>
            </a:r>
            <a:endParaRPr lang="en-US" sz="3000" dirty="0"/>
          </a:p>
        </p:txBody>
      </p:sp>
      <p:sp>
        <p:nvSpPr>
          <p:cNvPr id="4" name="nw0_bg"/>
          <p:cNvSpPr/>
          <p:nvPr/>
        </p:nvSpPr>
        <p:spPr>
          <a:xfrm>
            <a:off x="548640" y="1417320"/>
            <a:ext cx="6492240" cy="4892040"/>
          </a:xfrm>
          <a:prstGeom prst="roundRect">
            <a:avLst>
              <a:gd name="adj" fmla="val 1869"/>
            </a:avLst>
          </a:prstGeom>
          <a:solidFill>
            <a:srgbClr val="FFFFFF"/>
          </a:solidFill>
          <a:ln w="12700">
            <a:solidFill>
              <a:srgbClr val="D9E6F0"/>
            </a:solidFill>
            <a:prstDash val="solid"/>
          </a:ln>
          <a:effectLst>
            <a:outerShdw sx="100000" sy="100000" kx="0" ky="0" algn="bl" rotWithShape="0" blurRad="152400" dist="38100" dir="5400000">
              <a:srgbClr val="0B2A4A">
                <a:alpha val="14000"/>
              </a:srgbClr>
            </a:outerShdw>
          </a:effectLst>
        </p:spPr>
      </p:sp>
      <p:pic>
        <p:nvPicPr>
          <p:cNvPr id="5" name="nw0_img" descr="assets/n_image51.png">    </p:cNvPr>
          <p:cNvPicPr>
            <a:picLocks noChangeAspect="1"/>
          </p:cNvPicPr>
          <p:nvPr/>
        </p:nvPicPr>
        <p:blipFill>
          <a:blip r:embed="rId1"/>
          <a:stretch>
            <a:fillRect/>
          </a:stretch>
        </p:blipFill>
        <p:spPr>
          <a:xfrm>
            <a:off x="731520" y="1572768"/>
            <a:ext cx="6126480" cy="4498848"/>
          </a:xfrm>
          <a:prstGeom prst="rect">
            <a:avLst/>
          </a:prstGeom>
        </p:spPr>
      </p:pic>
      <p:sp>
        <p:nvSpPr>
          <p:cNvPr id="6" name="nw1_bg"/>
          <p:cNvSpPr/>
          <p:nvPr/>
        </p:nvSpPr>
        <p:spPr>
          <a:xfrm>
            <a:off x="7269480" y="1417320"/>
            <a:ext cx="4370832" cy="1600200"/>
          </a:xfrm>
          <a:prstGeom prst="roundRect">
            <a:avLst>
              <a:gd name="adj" fmla="val 5714"/>
            </a:avLst>
          </a:prstGeom>
          <a:solidFill>
            <a:srgbClr val="FFFFFF"/>
          </a:solidFill>
          <a:ln w="12700">
            <a:solidFill>
              <a:srgbClr val="D9E6F0"/>
            </a:solidFill>
            <a:prstDash val="solid"/>
          </a:ln>
          <a:effectLst>
            <a:outerShdw sx="100000" sy="100000" kx="0" ky="0" algn="bl" rotWithShape="0" blurRad="152400" dist="38100" dir="5400000">
              <a:srgbClr val="0B2A4A">
                <a:alpha val="14000"/>
              </a:srgbClr>
            </a:outerShdw>
          </a:effectLst>
        </p:spPr>
      </p:sp>
      <p:pic>
        <p:nvPicPr>
          <p:cNvPr id="7" name="nw1_img1" descr="assets/n_image52.png">    </p:cNvPr>
          <p:cNvPicPr>
            <a:picLocks noChangeAspect="1"/>
          </p:cNvPicPr>
          <p:nvPr/>
        </p:nvPicPr>
        <p:blipFill>
          <a:blip r:embed="rId2"/>
          <a:stretch>
            <a:fillRect/>
          </a:stretch>
        </p:blipFill>
        <p:spPr>
          <a:xfrm>
            <a:off x="7406640" y="1554480"/>
            <a:ext cx="4096512" cy="658368"/>
          </a:xfrm>
          <a:prstGeom prst="rect">
            <a:avLst/>
          </a:prstGeom>
        </p:spPr>
      </p:pic>
      <p:pic>
        <p:nvPicPr>
          <p:cNvPr id="8" name="nw1_img2" descr="assets/n_image50.png">    </p:cNvPr>
          <p:cNvPicPr>
            <a:picLocks noChangeAspect="1"/>
          </p:cNvPicPr>
          <p:nvPr/>
        </p:nvPicPr>
        <p:blipFill>
          <a:blip r:embed="rId3"/>
          <a:stretch>
            <a:fillRect/>
          </a:stretch>
        </p:blipFill>
        <p:spPr>
          <a:xfrm>
            <a:off x="7406640" y="2286000"/>
            <a:ext cx="4096512" cy="603504"/>
          </a:xfrm>
          <a:prstGeom prst="rect">
            <a:avLst/>
          </a:prstGeom>
        </p:spPr>
      </p:pic>
      <p:sp>
        <p:nvSpPr>
          <p:cNvPr id="9" name="nw2_bg"/>
          <p:cNvSpPr/>
          <p:nvPr/>
        </p:nvSpPr>
        <p:spPr>
          <a:xfrm>
            <a:off x="7269480" y="3200400"/>
            <a:ext cx="4370832" cy="3108960"/>
          </a:xfrm>
          <a:prstGeom prst="roundRect">
            <a:avLst>
              <a:gd name="adj" fmla="val 2941"/>
            </a:avLst>
          </a:prstGeom>
          <a:solidFill>
            <a:srgbClr val="FFFFFF"/>
          </a:solidFill>
          <a:ln w="12700">
            <a:solidFill>
              <a:srgbClr val="D9E6F0"/>
            </a:solidFill>
            <a:prstDash val="solid"/>
          </a:ln>
          <a:effectLst>
            <a:outerShdw sx="100000" sy="100000" kx="0" ky="0" algn="bl" rotWithShape="0" blurRad="152400" dist="38100" dir="5400000">
              <a:srgbClr val="0B2A4A">
                <a:alpha val="14000"/>
              </a:srgbClr>
            </a:outerShdw>
          </a:effectLst>
        </p:spPr>
      </p:sp>
      <p:pic>
        <p:nvPicPr>
          <p:cNvPr id="10" name="nw2_img1" descr="assets/n_image49.png">    </p:cNvPr>
          <p:cNvPicPr>
            <a:picLocks noChangeAspect="1"/>
          </p:cNvPicPr>
          <p:nvPr/>
        </p:nvPicPr>
        <p:blipFill>
          <a:blip r:embed="rId4"/>
          <a:stretch>
            <a:fillRect/>
          </a:stretch>
        </p:blipFill>
        <p:spPr>
          <a:xfrm>
            <a:off x="7406640" y="3337560"/>
            <a:ext cx="4096512" cy="429768"/>
          </a:xfrm>
          <a:prstGeom prst="rect">
            <a:avLst/>
          </a:prstGeom>
        </p:spPr>
      </p:pic>
      <p:pic>
        <p:nvPicPr>
          <p:cNvPr id="11" name="nw2_img2" descr="assets/n_image54.png">    </p:cNvPr>
          <p:cNvPicPr>
            <a:picLocks noChangeAspect="1"/>
          </p:cNvPicPr>
          <p:nvPr/>
        </p:nvPicPr>
        <p:blipFill>
          <a:blip r:embed="rId5"/>
          <a:stretch>
            <a:fillRect/>
          </a:stretch>
        </p:blipFill>
        <p:spPr>
          <a:xfrm>
            <a:off x="7406640" y="3840480"/>
            <a:ext cx="4096512" cy="2340864"/>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50"/>
                                        <p:tgtEl>
                                          <p:spTgt spid="4"/>
                                        </p:tgtEl>
                                      </p:cBhvr>
                                    </p:animEffect>
                                    <p:anim calcmode="lin" valueType="num">
                                      <p:cBhvr>
                                        <p:cTn id="6" dur="550" decel="100000" fill="hold"/>
                                        <p:tgtEl>
                                          <p:spTgt spid="4"/>
                                        </p:tgtEl>
                                        <p:attrNameLst>
                                          <p:attrName>ppt_x</p:attrName>
                                        </p:attrNameLst>
                                      </p:cBhvr>
                                      <p:tavLst>
                                        <p:tav tm="0">
                                          <p:val>
                                            <p:strVal val="#ppt_x"/>
                                          </p:val>
                                        </p:tav>
                                        <p:tav tm="100000">
                                          <p:val>
                                            <p:strVal val="#ppt_x"/>
                                          </p:val>
                                        </p:tav>
                                      </p:tavLst>
                                    </p:anim>
                                    <p:anim calcmode="lin" valueType="num">
                                      <p:cBhvr>
                                        <p:cTn id="7" dur="550" decel="100000" fill="hold"/>
                                        <p:tgtEl>
                                          <p:spTgt spid="4"/>
                                        </p:tgtEl>
                                        <p:attrNameLst>
                                          <p:attrName>ppt_y</p:attrName>
                                        </p:attrNameLst>
                                      </p:cBhvr>
                                      <p:tavLst>
                                        <p:tav tm="0">
                                          <p:val>
                                            <p:strVal val="#ppt_y+.04"/>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p:cTn id="11" dur="550" decel="100000" fill="hold"/>
                                        <p:tgtEl>
                                          <p:spTgt spid="5"/>
                                        </p:tgtEl>
                                        <p:attrNameLst>
                                          <p:attrName>ppt_x</p:attrName>
                                        </p:attrNameLst>
                                      </p:cBhvr>
                                      <p:tavLst>
                                        <p:tav tm="0">
                                          <p:val>
                                            <p:strVal val="#ppt_x"/>
                                          </p:val>
                                        </p:tav>
                                        <p:tav tm="100000">
                                          <p:val>
                                            <p:strVal val="#ppt_x"/>
                                          </p:val>
                                        </p:tav>
                                      </p:tavLst>
                                    </p:anim>
                                    <p:anim calcmode="lin" valueType="num">
                                      <p:cBhvr>
                                        <p:cTn id="12" dur="550" decel="100000" fill="hold"/>
                                        <p:tgtEl>
                                          <p:spTgt spid="5"/>
                                        </p:tgtEl>
                                        <p:attrNameLst>
                                          <p:attrName>ppt_y</p:attrName>
                                        </p:attrNameLst>
                                      </p:cBhvr>
                                      <p:tavLst>
                                        <p:tav tm="0">
                                          <p:val>
                                            <p:strVal val="#ppt_y+.04"/>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4"/>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4"/>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4"/>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50"/>
                                        <p:tgtEl>
                                          <p:spTgt spid="9"/>
                                        </p:tgtEl>
                                      </p:cBhvr>
                                    </p:animEffect>
                                    <p:anim calcmode="lin" valueType="num">
                                      <p:cBhvr>
                                        <p:cTn id="35" dur="550" decel="100000" fill="hold"/>
                                        <p:tgtEl>
                                          <p:spTgt spid="9"/>
                                        </p:tgtEl>
                                        <p:attrNameLst>
                                          <p:attrName>ppt_x</p:attrName>
                                        </p:attrNameLst>
                                      </p:cBhvr>
                                      <p:tavLst>
                                        <p:tav tm="0">
                                          <p:val>
                                            <p:strVal val="#ppt_x"/>
                                          </p:val>
                                        </p:tav>
                                        <p:tav tm="100000">
                                          <p:val>
                                            <p:strVal val="#ppt_x"/>
                                          </p:val>
                                        </p:tav>
                                      </p:tavLst>
                                    </p:anim>
                                    <p:anim calcmode="lin" valueType="num">
                                      <p:cBhvr>
                                        <p:cTn id="36" dur="550" decel="100000" fill="hold"/>
                                        <p:tgtEl>
                                          <p:spTgt spid="9"/>
                                        </p:tgtEl>
                                        <p:attrNameLst>
                                          <p:attrName>ppt_y</p:attrName>
                                        </p:attrNameLst>
                                      </p:cBhvr>
                                      <p:tavLst>
                                        <p:tav tm="0">
                                          <p:val>
                                            <p:strVal val="#ppt_y+.04"/>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50"/>
                                        <p:tgtEl>
                                          <p:spTgt spid="10"/>
                                        </p:tgtEl>
                                      </p:cBhvr>
                                    </p:animEffect>
                                    <p:anim calcmode="lin" valueType="num">
                                      <p:cBhvr>
                                        <p:cTn id="40" dur="550" decel="100000" fill="hold"/>
                                        <p:tgtEl>
                                          <p:spTgt spid="10"/>
                                        </p:tgtEl>
                                        <p:attrNameLst>
                                          <p:attrName>ppt_x</p:attrName>
                                        </p:attrNameLst>
                                      </p:cBhvr>
                                      <p:tavLst>
                                        <p:tav tm="0">
                                          <p:val>
                                            <p:strVal val="#ppt_x"/>
                                          </p:val>
                                        </p:tav>
                                        <p:tav tm="100000">
                                          <p:val>
                                            <p:strVal val="#ppt_x"/>
                                          </p:val>
                                        </p:tav>
                                      </p:tavLst>
                                    </p:anim>
                                    <p:anim calcmode="lin" valueType="num">
                                      <p:cBhvr>
                                        <p:cTn id="41" dur="550" decel="100000" fill="hold"/>
                                        <p:tgtEl>
                                          <p:spTgt spid="10"/>
                                        </p:tgtEl>
                                        <p:attrNameLst>
                                          <p:attrName>ppt_y</p:attrName>
                                        </p:attrNameLst>
                                      </p:cBhvr>
                                      <p:tavLst>
                                        <p:tav tm="0">
                                          <p:val>
                                            <p:strVal val="#ppt_y+.04"/>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50"/>
                                        <p:tgtEl>
                                          <p:spTgt spid="11"/>
                                        </p:tgtEl>
                                      </p:cBhvr>
                                    </p:animEffect>
                                    <p:anim calcmode="lin" valueType="num">
                                      <p:cBhvr>
                                        <p:cTn id="45" dur="550" decel="100000" fill="hold"/>
                                        <p:tgtEl>
                                          <p:spTgt spid="11"/>
                                        </p:tgtEl>
                                        <p:attrNameLst>
                                          <p:attrName>ppt_x</p:attrName>
                                        </p:attrNameLst>
                                      </p:cBhvr>
                                      <p:tavLst>
                                        <p:tav tm="0">
                                          <p:val>
                                            <p:strVal val="#ppt_x"/>
                                          </p:val>
                                        </p:tav>
                                        <p:tav tm="100000">
                                          <p:val>
                                            <p:strVal val="#ppt_x"/>
                                          </p:val>
                                        </p:tav>
                                      </p:tavLst>
                                    </p:anim>
                                    <p:anim calcmode="lin" valueType="num">
                                      <p:cBhvr>
                                        <p:cTn id="46" dur="550" decel="100000" fill="hold"/>
                                        <p:tgtEl>
                                          <p:spTgt spid="11"/>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548640" y="292608"/>
            <a:ext cx="8229600" cy="274320"/>
          </a:xfrm>
          <a:prstGeom prst="rect">
            <a:avLst/>
          </a:prstGeom>
          <a:noFill/>
          <a:ln/>
        </p:spPr>
        <p:txBody>
          <a:bodyPr wrap="square" lIns="0" tIns="0" rIns="0" bIns="0" rtlCol="0" anchor="ctr"/>
          <a:lstStyle/>
          <a:p>
            <a:pPr algn="l" indent="0" marL="0">
              <a:buNone/>
            </a:pPr>
            <a:r>
              <a:rPr lang="en-US" sz="1200" b="1" spc="200" kern="0" dirty="0">
                <a:solidFill>
                  <a:srgbClr val="00B7E5"/>
                </a:solidFill>
              </a:rPr>
              <a:t>A SZÁMOK</a:t>
            </a:r>
            <a:endParaRPr lang="en-US" sz="1200" dirty="0"/>
          </a:p>
        </p:txBody>
      </p:sp>
      <p:sp>
        <p:nvSpPr>
          <p:cNvPr id="3" name="Text 0"/>
          <p:cNvSpPr/>
          <p:nvPr>
            <p:ph idx="102" type="title" hasCustomPrompt="1"/>
          </p:nvPr>
        </p:nvSpPr>
        <p:spPr>
          <a:xfrm>
            <a:off x="548640" y="566928"/>
            <a:ext cx="10058400" cy="640080"/>
          </a:xfrm>
          <a:prstGeom prst="rect">
            <a:avLst/>
          </a:prstGeom>
          <a:noFill/>
          <a:ln/>
        </p:spPr>
        <p:txBody>
          <a:bodyPr wrap="square" lIns="0" tIns="0" rIns="0" bIns="0" rtlCol="0" anchor="ctr"/>
          <a:lstStyle/>
          <a:p>
            <a:pPr algn="l" indent="0" marL="0">
              <a:buNone/>
            </a:pPr>
            <a:r>
              <a:rPr lang="en-US" sz="3000" b="1" dirty="0">
                <a:solidFill>
                  <a:srgbClr val="003366"/>
                </a:solidFill>
              </a:rPr>
              <a:t>Nyugdíj várható helyzete a következő 15–20 évben</a:t>
            </a:r>
            <a:endParaRPr lang="en-US" sz="3000" dirty="0"/>
          </a:p>
        </p:txBody>
      </p:sp>
      <p:sp>
        <p:nvSpPr>
          <p:cNvPr id="4" name="py0_chip"/>
          <p:cNvSpPr/>
          <p:nvPr/>
        </p:nvSpPr>
        <p:spPr>
          <a:xfrm>
            <a:off x="548640" y="1417320"/>
            <a:ext cx="868680" cy="365760"/>
          </a:xfrm>
          <a:prstGeom prst="roundRect">
            <a:avLst>
              <a:gd name="adj" fmla="val 20000"/>
            </a:avLst>
          </a:prstGeom>
          <a:solidFill>
            <a:srgbClr val="003366"/>
          </a:solidFill>
          <a:ln/>
        </p:spPr>
      </p:sp>
      <p:sp>
        <p:nvSpPr>
          <p:cNvPr id="5" name="py0_year"/>
          <p:cNvSpPr txBox="1"/>
          <p:nvPr/>
        </p:nvSpPr>
        <p:spPr>
          <a:xfrm>
            <a:off x="548640" y="1417320"/>
            <a:ext cx="868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2024</a:t>
            </a:r>
            <a:endParaRPr lang="en-US" sz="1400" dirty="0"/>
          </a:p>
        </p:txBody>
      </p:sp>
      <p:sp>
        <p:nvSpPr>
          <p:cNvPr id="6" name="py0_lbl"/>
          <p:cNvSpPr txBox="1"/>
          <p:nvPr/>
        </p:nvSpPr>
        <p:spPr>
          <a:xfrm>
            <a:off x="1554480" y="1417320"/>
            <a:ext cx="438912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Magyarország korfája · teljes népesség: 9,58 millió fő</a:t>
            </a:r>
            <a:endParaRPr lang="en-US" sz="1300" dirty="0"/>
          </a:p>
        </p:txBody>
      </p:sp>
      <p:pic>
        <p:nvPicPr>
          <p:cNvPr id="7" name="py0_img" descr="assets/pyr2024.png">    </p:cNvPr>
          <p:cNvPicPr>
            <a:picLocks noChangeAspect="1"/>
          </p:cNvPicPr>
          <p:nvPr/>
        </p:nvPicPr>
        <p:blipFill>
          <a:blip r:embed="rId1"/>
          <a:stretch>
            <a:fillRect/>
          </a:stretch>
        </p:blipFill>
        <p:spPr>
          <a:xfrm>
            <a:off x="1305983" y="1920240"/>
            <a:ext cx="3861987" cy="2880360"/>
          </a:xfrm>
          <a:prstGeom prst="rect">
            <a:avLst/>
          </a:prstGeom>
        </p:spPr>
      </p:pic>
      <p:sp>
        <p:nvSpPr>
          <p:cNvPr id="8" name="py1_chip"/>
          <p:cNvSpPr/>
          <p:nvPr/>
        </p:nvSpPr>
        <p:spPr>
          <a:xfrm>
            <a:off x="6263640" y="1417320"/>
            <a:ext cx="868680" cy="365760"/>
          </a:xfrm>
          <a:prstGeom prst="roundRect">
            <a:avLst>
              <a:gd name="adj" fmla="val 20000"/>
            </a:avLst>
          </a:prstGeom>
          <a:solidFill>
            <a:srgbClr val="00B7E5"/>
          </a:solidFill>
          <a:ln/>
        </p:spPr>
      </p:sp>
      <p:sp>
        <p:nvSpPr>
          <p:cNvPr id="9" name="py1_year"/>
          <p:cNvSpPr txBox="1"/>
          <p:nvPr/>
        </p:nvSpPr>
        <p:spPr>
          <a:xfrm>
            <a:off x="6263640" y="1417320"/>
            <a:ext cx="8686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2040</a:t>
            </a:r>
            <a:endParaRPr lang="en-US" sz="1400" dirty="0"/>
          </a:p>
        </p:txBody>
      </p:sp>
      <p:sp>
        <p:nvSpPr>
          <p:cNvPr id="10" name="py1_lbl"/>
          <p:cNvSpPr txBox="1"/>
          <p:nvPr/>
        </p:nvSpPr>
        <p:spPr>
          <a:xfrm>
            <a:off x="7269480" y="1417320"/>
            <a:ext cx="4389120" cy="365760"/>
          </a:xfrm>
          <a:prstGeom prst="rect">
            <a:avLst/>
          </a:prstGeom>
          <a:noFill/>
          <a:ln/>
        </p:spPr>
        <p:txBody>
          <a:bodyPr wrap="square" lIns="0" tIns="0" rIns="0" bIns="0" rtlCol="0" anchor="ctr"/>
          <a:lstStyle/>
          <a:p>
            <a:pPr indent="0" marL="0">
              <a:buNone/>
            </a:pPr>
            <a:r>
              <a:rPr lang="en-US" sz="1300" dirty="0">
                <a:solidFill>
                  <a:srgbClr val="5B6B7B"/>
                </a:solidFill>
                <a:latin typeface="Arial" pitchFamily="34" charset="0"/>
                <a:ea typeface="Arial" pitchFamily="34" charset="-122"/>
                <a:cs typeface="Arial" pitchFamily="34" charset="-120"/>
              </a:rPr>
              <a:t>Várható korfa · becsült teljes népesség: 8,5 millió fő</a:t>
            </a:r>
            <a:endParaRPr lang="en-US" sz="1300" dirty="0"/>
          </a:p>
        </p:txBody>
      </p:sp>
      <p:pic>
        <p:nvPicPr>
          <p:cNvPr id="11" name="py1_img" descr="assets/pyr2040.png">    </p:cNvPr>
          <p:cNvPicPr>
            <a:picLocks noChangeAspect="1"/>
          </p:cNvPicPr>
          <p:nvPr/>
        </p:nvPicPr>
        <p:blipFill>
          <a:blip r:embed="rId2"/>
          <a:stretch>
            <a:fillRect/>
          </a:stretch>
        </p:blipFill>
        <p:spPr>
          <a:xfrm>
            <a:off x="6765036" y="1920240"/>
            <a:ext cx="4373880" cy="2880360"/>
          </a:xfrm>
          <a:prstGeom prst="rect">
            <a:avLst/>
          </a:prstGeom>
        </p:spPr>
      </p:pic>
      <p:sp>
        <p:nvSpPr>
          <p:cNvPr id="12" name="pk0_bg"/>
          <p:cNvSpPr/>
          <p:nvPr/>
        </p:nvSpPr>
        <p:spPr>
          <a:xfrm>
            <a:off x="548640" y="5029200"/>
            <a:ext cx="5120640" cy="1280160"/>
          </a:xfrm>
          <a:prstGeom prst="roundRect">
            <a:avLst>
              <a:gd name="adj" fmla="val 8571"/>
            </a:avLst>
          </a:prstGeom>
          <a:solidFill>
            <a:srgbClr val="EEF5FA"/>
          </a:solidFill>
          <a:ln/>
        </p:spPr>
      </p:sp>
      <p:sp>
        <p:nvSpPr>
          <p:cNvPr id="13" name="pk0_num"/>
          <p:cNvSpPr txBox="1"/>
          <p:nvPr/>
        </p:nvSpPr>
        <p:spPr>
          <a:xfrm>
            <a:off x="777240" y="5138928"/>
            <a:ext cx="4663440" cy="594360"/>
          </a:xfrm>
          <a:prstGeom prst="rect">
            <a:avLst/>
          </a:prstGeom>
          <a:noFill/>
          <a:ln/>
        </p:spPr>
        <p:txBody>
          <a:bodyPr wrap="square" lIns="0" tIns="0" rIns="0" bIns="0" rtlCol="0" anchor="ctr"/>
          <a:lstStyle/>
          <a:p>
            <a:pPr indent="0" marL="0">
              <a:buNone/>
            </a:pPr>
            <a:r>
              <a:rPr lang="en-US" sz="3000" b="1" dirty="0">
                <a:solidFill>
                  <a:srgbClr val="003366"/>
                </a:solidFill>
                <a:latin typeface="Arial" pitchFamily="34" charset="0"/>
                <a:ea typeface="Arial" pitchFamily="34" charset="-122"/>
                <a:cs typeface="Arial" pitchFamily="34" charset="-120"/>
              </a:rPr>
              <a:t>231.000 Ft</a:t>
            </a:r>
            <a:endParaRPr lang="en-US" sz="3000" dirty="0"/>
          </a:p>
        </p:txBody>
      </p:sp>
      <p:sp>
        <p:nvSpPr>
          <p:cNvPr id="14" name="pk0_lbl"/>
          <p:cNvSpPr txBox="1"/>
          <p:nvPr/>
        </p:nvSpPr>
        <p:spPr>
          <a:xfrm>
            <a:off x="777240" y="5733288"/>
            <a:ext cx="4663440" cy="457200"/>
          </a:xfrm>
          <a:prstGeom prst="rect">
            <a:avLst/>
          </a:prstGeom>
          <a:noFill/>
          <a:ln/>
        </p:spPr>
        <p:txBody>
          <a:bodyPr wrap="square" lIns="0" tIns="0" rIns="0" bIns="0" rtlCol="0" anchor="ctr"/>
          <a:lstStyle/>
          <a:p>
            <a:pPr indent="0" marL="0">
              <a:buNone/>
            </a:pPr>
            <a:r>
              <a:rPr lang="en-US" sz="1400" dirty="0">
                <a:solidFill>
                  <a:srgbClr val="1A2733"/>
                </a:solidFill>
                <a:latin typeface="Arial" pitchFamily="34" charset="0"/>
                <a:ea typeface="Arial" pitchFamily="34" charset="-122"/>
                <a:cs typeface="Arial" pitchFamily="34" charset="-120"/>
              </a:rPr>
              <a:t>átlagnyugdíj 2024-ben · 1 aktív dolgozóra 0,8 nyugdíjas jut</a:t>
            </a:r>
            <a:endParaRPr lang="en-US" sz="1400" dirty="0"/>
          </a:p>
        </p:txBody>
      </p:sp>
      <p:sp>
        <p:nvSpPr>
          <p:cNvPr id="15" name="pk1_bg"/>
          <p:cNvSpPr/>
          <p:nvPr/>
        </p:nvSpPr>
        <p:spPr>
          <a:xfrm>
            <a:off x="6519672" y="5029200"/>
            <a:ext cx="5120640" cy="1280160"/>
          </a:xfrm>
          <a:prstGeom prst="roundRect">
            <a:avLst>
              <a:gd name="adj" fmla="val 8571"/>
            </a:avLst>
          </a:prstGeom>
          <a:solidFill>
            <a:srgbClr val="003366"/>
          </a:solidFill>
          <a:ln/>
          <a:effectLst>
            <a:outerShdw sx="100000" sy="100000" kx="0" ky="0" algn="bl" rotWithShape="0" blurRad="152400" dist="38100" dir="5400000">
              <a:srgbClr val="0B2A4A">
                <a:alpha val="14000"/>
              </a:srgbClr>
            </a:outerShdw>
          </a:effectLst>
        </p:spPr>
      </p:sp>
      <p:sp>
        <p:nvSpPr>
          <p:cNvPr id="16" name="pk1_num"/>
          <p:cNvSpPr txBox="1"/>
          <p:nvPr/>
        </p:nvSpPr>
        <p:spPr>
          <a:xfrm>
            <a:off x="6748272" y="5138928"/>
            <a:ext cx="4663440" cy="594360"/>
          </a:xfrm>
          <a:prstGeom prst="rect">
            <a:avLst/>
          </a:prstGeom>
          <a:noFill/>
          <a:ln/>
        </p:spPr>
        <p:txBody>
          <a:bodyPr wrap="square" lIns="0" tIns="0" rIns="0" bIns="0" rtlCol="0" anchor="ctr"/>
          <a:lstStyle/>
          <a:p>
            <a:pPr indent="0" marL="0">
              <a:buNone/>
            </a:pPr>
            <a:r>
              <a:rPr lang="en-US" sz="3000" b="1" dirty="0">
                <a:solidFill>
                  <a:srgbClr val="00B7E5"/>
                </a:solidFill>
                <a:latin typeface="Arial" pitchFamily="34" charset="0"/>
                <a:ea typeface="Arial" pitchFamily="34" charset="-122"/>
                <a:cs typeface="Arial" pitchFamily="34" charset="-120"/>
              </a:rPr>
              <a:t>77.000 Ft</a:t>
            </a:r>
            <a:endParaRPr lang="en-US" sz="3000" dirty="0"/>
          </a:p>
        </p:txBody>
      </p:sp>
      <p:sp>
        <p:nvSpPr>
          <p:cNvPr id="17" name="pk1_lbl"/>
          <p:cNvSpPr txBox="1"/>
          <p:nvPr/>
        </p:nvSpPr>
        <p:spPr>
          <a:xfrm>
            <a:off x="6748272" y="5733288"/>
            <a:ext cx="4754880" cy="457200"/>
          </a:xfrm>
          <a:prstGeom prst="rect">
            <a:avLst/>
          </a:prstGeom>
          <a:noFill/>
          <a:ln/>
        </p:spPr>
        <p:txBody>
          <a:bodyPr wrap="square" lIns="0" tIns="0" rIns="0" bIns="0" rtlCol="0" anchor="ctr"/>
          <a:lstStyle/>
          <a:p>
            <a:pPr indent="0" marL="0">
              <a:buNone/>
            </a:pPr>
            <a:r>
              <a:rPr lang="en-US" sz="1400" dirty="0">
                <a:solidFill>
                  <a:srgbClr val="E3F4FB"/>
                </a:solidFill>
                <a:latin typeface="Arial" pitchFamily="34" charset="0"/>
                <a:ea typeface="Arial" pitchFamily="34" charset="-122"/>
                <a:cs typeface="Arial" pitchFamily="34" charset="-120"/>
              </a:rPr>
              <a:t>várható átlagnyugdíj 2040-ben · 1 aktív dolgozóra 2,4 nyugdíjas fog jutni</a:t>
            </a:r>
            <a:endParaRPr lang="en-US" sz="1400" dirty="0"/>
          </a:p>
        </p:txBody>
      </p:sp>
      <p:sp>
        <p:nvSpPr>
          <p:cNvPr id="18" name="x3_c"/>
          <p:cNvSpPr/>
          <p:nvPr/>
        </p:nvSpPr>
        <p:spPr>
          <a:xfrm>
            <a:off x="5687568" y="5257800"/>
            <a:ext cx="822960" cy="822960"/>
          </a:xfrm>
          <a:prstGeom prst="ellipse">
            <a:avLst/>
          </a:prstGeom>
          <a:solidFill>
            <a:srgbClr val="E5484D"/>
          </a:solidFill>
          <a:ln w="38100">
            <a:solidFill>
              <a:srgbClr val="FFFFFF"/>
            </a:solidFill>
            <a:prstDash val="solid"/>
          </a:ln>
        </p:spPr>
      </p:sp>
      <p:sp>
        <p:nvSpPr>
          <p:cNvPr id="19" name="x3_t"/>
          <p:cNvSpPr txBox="1"/>
          <p:nvPr/>
        </p:nvSpPr>
        <p:spPr>
          <a:xfrm>
            <a:off x="5687568" y="525780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8" fill="hold">
                      <p:stCondLst>
                        <p:cond delay="indefinite"/>
                      </p:stCondLst>
                      <p:childTnLst>
                        <p:par>
                          <p:cTn id="39" fill="hold">
                            <p:stCondLst>
                              <p:cond delay="0"/>
                            </p:stCondLst>
                            <p:childTnLst>
                              <p:par>
                                <p:cTn id="3" presetID="42"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50"/>
                                        <p:tgtEl>
                                          <p:spTgt spid="4"/>
                                        </p:tgtEl>
                                      </p:cBhvr>
                                    </p:animEffect>
                                    <p:anim calcmode="lin" valueType="num">
                                      <p:cBhvr>
                                        <p:cTn id="6" dur="550" decel="100000" fill="hold"/>
                                        <p:tgtEl>
                                          <p:spTgt spid="4"/>
                                        </p:tgtEl>
                                        <p:attrNameLst>
                                          <p:attrName>ppt_x</p:attrName>
                                        </p:attrNameLst>
                                      </p:cBhvr>
                                      <p:tavLst>
                                        <p:tav tm="0">
                                          <p:val>
                                            <p:strVal val="#ppt_x"/>
                                          </p:val>
                                        </p:tav>
                                        <p:tav tm="100000">
                                          <p:val>
                                            <p:strVal val="#ppt_x"/>
                                          </p:val>
                                        </p:tav>
                                      </p:tavLst>
                                    </p:anim>
                                    <p:anim calcmode="lin" valueType="num">
                                      <p:cBhvr>
                                        <p:cTn id="7" dur="550" decel="100000" fill="hold"/>
                                        <p:tgtEl>
                                          <p:spTgt spid="4"/>
                                        </p:tgtEl>
                                        <p:attrNameLst>
                                          <p:attrName>ppt_y</p:attrName>
                                        </p:attrNameLst>
                                      </p:cBhvr>
                                      <p:tavLst>
                                        <p:tav tm="0">
                                          <p:val>
                                            <p:strVal val="#ppt_y+.04"/>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50"/>
                                        <p:tgtEl>
                                          <p:spTgt spid="5"/>
                                        </p:tgtEl>
                                      </p:cBhvr>
                                    </p:animEffect>
                                    <p:anim calcmode="lin" valueType="num">
                                      <p:cBhvr>
                                        <p:cTn id="11" dur="550" decel="100000" fill="hold"/>
                                        <p:tgtEl>
                                          <p:spTgt spid="5"/>
                                        </p:tgtEl>
                                        <p:attrNameLst>
                                          <p:attrName>ppt_x</p:attrName>
                                        </p:attrNameLst>
                                      </p:cBhvr>
                                      <p:tavLst>
                                        <p:tav tm="0">
                                          <p:val>
                                            <p:strVal val="#ppt_x"/>
                                          </p:val>
                                        </p:tav>
                                        <p:tav tm="100000">
                                          <p:val>
                                            <p:strVal val="#ppt_x"/>
                                          </p:val>
                                        </p:tav>
                                      </p:tavLst>
                                    </p:anim>
                                    <p:anim calcmode="lin" valueType="num">
                                      <p:cBhvr>
                                        <p:cTn id="12" dur="550" decel="100000" fill="hold"/>
                                        <p:tgtEl>
                                          <p:spTgt spid="5"/>
                                        </p:tgtEl>
                                        <p:attrNameLst>
                                          <p:attrName>ppt_y</p:attrName>
                                        </p:attrNameLst>
                                      </p:cBhvr>
                                      <p:tavLst>
                                        <p:tav tm="0">
                                          <p:val>
                                            <p:strVal val="#ppt_y+.04"/>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50"/>
                                        <p:tgtEl>
                                          <p:spTgt spid="6"/>
                                        </p:tgtEl>
                                      </p:cBhvr>
                                    </p:animEffect>
                                    <p:anim calcmode="lin" valueType="num">
                                      <p:cBhvr>
                                        <p:cTn id="16" dur="550" decel="100000" fill="hold"/>
                                        <p:tgtEl>
                                          <p:spTgt spid="6"/>
                                        </p:tgtEl>
                                        <p:attrNameLst>
                                          <p:attrName>ppt_x</p:attrName>
                                        </p:attrNameLst>
                                      </p:cBhvr>
                                      <p:tavLst>
                                        <p:tav tm="0">
                                          <p:val>
                                            <p:strVal val="#ppt_x"/>
                                          </p:val>
                                        </p:tav>
                                        <p:tav tm="100000">
                                          <p:val>
                                            <p:strVal val="#ppt_x"/>
                                          </p:val>
                                        </p:tav>
                                      </p:tavLst>
                                    </p:anim>
                                    <p:anim calcmode="lin" valueType="num">
                                      <p:cBhvr>
                                        <p:cTn id="17" dur="550" decel="100000" fill="hold"/>
                                        <p:tgtEl>
                                          <p:spTgt spid="6"/>
                                        </p:tgtEl>
                                        <p:attrNameLst>
                                          <p:attrName>ppt_y</p:attrName>
                                        </p:attrNameLst>
                                      </p:cBhvr>
                                      <p:tavLst>
                                        <p:tav tm="0">
                                          <p:val>
                                            <p:strVal val="#ppt_y+.04"/>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50"/>
                                        <p:tgtEl>
                                          <p:spTgt spid="7"/>
                                        </p:tgtEl>
                                      </p:cBhvr>
                                    </p:animEffect>
                                    <p:anim calcmode="lin" valueType="num">
                                      <p:cBhvr>
                                        <p:cTn id="21" dur="550" decel="100000" fill="hold"/>
                                        <p:tgtEl>
                                          <p:spTgt spid="7"/>
                                        </p:tgtEl>
                                        <p:attrNameLst>
                                          <p:attrName>ppt_x</p:attrName>
                                        </p:attrNameLst>
                                      </p:cBhvr>
                                      <p:tavLst>
                                        <p:tav tm="0">
                                          <p:val>
                                            <p:strVal val="#ppt_x"/>
                                          </p:val>
                                        </p:tav>
                                        <p:tav tm="100000">
                                          <p:val>
                                            <p:strVal val="#ppt_x"/>
                                          </p:val>
                                        </p:tav>
                                      </p:tavLst>
                                    </p:anim>
                                    <p:anim calcmode="lin" valueType="num">
                                      <p:cBhvr>
                                        <p:cTn id="22" dur="550" decel="100000" fill="hold"/>
                                        <p:tgtEl>
                                          <p:spTgt spid="7"/>
                                        </p:tgtEl>
                                        <p:attrNameLst>
                                          <p:attrName>ppt_y</p:attrName>
                                        </p:attrNameLst>
                                      </p:cBhvr>
                                      <p:tavLst>
                                        <p:tav tm="0">
                                          <p:val>
                                            <p:strVal val="#ppt_y+.04"/>
                                          </p:val>
                                        </p:tav>
                                        <p:tav tm="100000">
                                          <p:val>
                                            <p:strVal val="#ppt_y"/>
                                          </p:val>
                                        </p:tav>
                                      </p:tavLst>
                                    </p:anim>
                                  </p:childTnLst>
                                </p:cTn>
                              </p:par>
                              <p:par>
                                <p:cTn id="23" presetID="42" presetClass="entr" presetSubtype="0" fill="hold" grpId="0" nodeType="withEffect">
                                  <p:stCondLst>
                                    <p:cond delay="18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50"/>
                                        <p:tgtEl>
                                          <p:spTgt spid="12"/>
                                        </p:tgtEl>
                                      </p:cBhvr>
                                    </p:animEffect>
                                    <p:anim calcmode="lin" valueType="num">
                                      <p:cBhvr>
                                        <p:cTn id="26" dur="550" decel="100000" fill="hold"/>
                                        <p:tgtEl>
                                          <p:spTgt spid="12"/>
                                        </p:tgtEl>
                                        <p:attrNameLst>
                                          <p:attrName>ppt_x</p:attrName>
                                        </p:attrNameLst>
                                      </p:cBhvr>
                                      <p:tavLst>
                                        <p:tav tm="0">
                                          <p:val>
                                            <p:strVal val="#ppt_x"/>
                                          </p:val>
                                        </p:tav>
                                        <p:tav tm="100000">
                                          <p:val>
                                            <p:strVal val="#ppt_x"/>
                                          </p:val>
                                        </p:tav>
                                      </p:tavLst>
                                    </p:anim>
                                    <p:anim calcmode="lin" valueType="num">
                                      <p:cBhvr>
                                        <p:cTn id="27" dur="550" decel="100000" fill="hold"/>
                                        <p:tgtEl>
                                          <p:spTgt spid="12"/>
                                        </p:tgtEl>
                                        <p:attrNameLst>
                                          <p:attrName>ppt_y</p:attrName>
                                        </p:attrNameLst>
                                      </p:cBhvr>
                                      <p:tavLst>
                                        <p:tav tm="0">
                                          <p:val>
                                            <p:strVal val="#ppt_y+.04"/>
                                          </p:val>
                                        </p:tav>
                                        <p:tav tm="100000">
                                          <p:val>
                                            <p:strVal val="#ppt_y"/>
                                          </p:val>
                                        </p:tav>
                                      </p:tavLst>
                                    </p:anim>
                                  </p:childTnLst>
                                </p:cTn>
                              </p:par>
                              <p:par>
                                <p:cTn id="28" presetID="42" presetClass="entr" presetSubtype="0" fill="hold" grpId="0" nodeType="withEffect">
                                  <p:stCondLst>
                                    <p:cond delay="18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50"/>
                                        <p:tgtEl>
                                          <p:spTgt spid="13"/>
                                        </p:tgtEl>
                                      </p:cBhvr>
                                    </p:animEffect>
                                    <p:anim calcmode="lin" valueType="num">
                                      <p:cBhvr>
                                        <p:cTn id="31" dur="550" decel="100000" fill="hold"/>
                                        <p:tgtEl>
                                          <p:spTgt spid="13"/>
                                        </p:tgtEl>
                                        <p:attrNameLst>
                                          <p:attrName>ppt_x</p:attrName>
                                        </p:attrNameLst>
                                      </p:cBhvr>
                                      <p:tavLst>
                                        <p:tav tm="0">
                                          <p:val>
                                            <p:strVal val="#ppt_x"/>
                                          </p:val>
                                        </p:tav>
                                        <p:tav tm="100000">
                                          <p:val>
                                            <p:strVal val="#ppt_x"/>
                                          </p:val>
                                        </p:tav>
                                      </p:tavLst>
                                    </p:anim>
                                    <p:anim calcmode="lin" valueType="num">
                                      <p:cBhvr>
                                        <p:cTn id="32" dur="550" decel="100000" fill="hold"/>
                                        <p:tgtEl>
                                          <p:spTgt spid="13"/>
                                        </p:tgtEl>
                                        <p:attrNameLst>
                                          <p:attrName>ppt_y</p:attrName>
                                        </p:attrNameLst>
                                      </p:cBhvr>
                                      <p:tavLst>
                                        <p:tav tm="0">
                                          <p:val>
                                            <p:strVal val="#ppt_y+.04"/>
                                          </p:val>
                                        </p:tav>
                                        <p:tav tm="100000">
                                          <p:val>
                                            <p:strVal val="#ppt_y"/>
                                          </p:val>
                                        </p:tav>
                                      </p:tavLst>
                                    </p:anim>
                                  </p:childTnLst>
                                </p:cTn>
                              </p:par>
                              <p:par>
                                <p:cTn id="33" presetID="42" presetClass="entr" presetSubtype="0" fill="hold" grpId="0" nodeType="withEffect">
                                  <p:stCondLst>
                                    <p:cond delay="18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50"/>
                                        <p:tgtEl>
                                          <p:spTgt spid="14"/>
                                        </p:tgtEl>
                                      </p:cBhvr>
                                    </p:animEffect>
                                    <p:anim calcmode="lin" valueType="num">
                                      <p:cBhvr>
                                        <p:cTn id="36" dur="550" decel="100000" fill="hold"/>
                                        <p:tgtEl>
                                          <p:spTgt spid="14"/>
                                        </p:tgtEl>
                                        <p:attrNameLst>
                                          <p:attrName>ppt_x</p:attrName>
                                        </p:attrNameLst>
                                      </p:cBhvr>
                                      <p:tavLst>
                                        <p:tav tm="0">
                                          <p:val>
                                            <p:strVal val="#ppt_x"/>
                                          </p:val>
                                        </p:tav>
                                        <p:tav tm="100000">
                                          <p:val>
                                            <p:strVal val="#ppt_x"/>
                                          </p:val>
                                        </p:tav>
                                      </p:tavLst>
                                    </p:anim>
                                    <p:anim calcmode="lin" valueType="num">
                                      <p:cBhvr>
                                        <p:cTn id="37" dur="550" decel="100000" fill="hold"/>
                                        <p:tgtEl>
                                          <p:spTgt spid="14"/>
                                        </p:tgtEl>
                                        <p:attrNameLst>
                                          <p:attrName>ppt_y</p:attrName>
                                        </p:attrNameLst>
                                      </p:cBhvr>
                                      <p:tavLst>
                                        <p:tav tm="0">
                                          <p:val>
                                            <p:strVal val="#ppt_y+.04"/>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50"/>
                                        <p:tgtEl>
                                          <p:spTgt spid="8"/>
                                        </p:tgtEl>
                                      </p:cBhvr>
                                    </p:animEffect>
                                    <p:anim calcmode="lin" valueType="num">
                                      <p:cBhvr>
                                        <p:cTn id="43" dur="550" decel="100000" fill="hold"/>
                                        <p:tgtEl>
                                          <p:spTgt spid="8"/>
                                        </p:tgtEl>
                                        <p:attrNameLst>
                                          <p:attrName>ppt_x</p:attrName>
                                        </p:attrNameLst>
                                      </p:cBhvr>
                                      <p:tavLst>
                                        <p:tav tm="0">
                                          <p:val>
                                            <p:strVal val="#ppt_x"/>
                                          </p:val>
                                        </p:tav>
                                        <p:tav tm="100000">
                                          <p:val>
                                            <p:strVal val="#ppt_x"/>
                                          </p:val>
                                        </p:tav>
                                      </p:tavLst>
                                    </p:anim>
                                    <p:anim calcmode="lin" valueType="num">
                                      <p:cBhvr>
                                        <p:cTn id="44" dur="550" decel="100000" fill="hold"/>
                                        <p:tgtEl>
                                          <p:spTgt spid="8"/>
                                        </p:tgtEl>
                                        <p:attrNameLst>
                                          <p:attrName>ppt_y</p:attrName>
                                        </p:attrNameLst>
                                      </p:cBhvr>
                                      <p:tavLst>
                                        <p:tav tm="0">
                                          <p:val>
                                            <p:strVal val="#ppt_y+.04"/>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50"/>
                                        <p:tgtEl>
                                          <p:spTgt spid="9"/>
                                        </p:tgtEl>
                                      </p:cBhvr>
                                    </p:animEffect>
                                    <p:anim calcmode="lin" valueType="num">
                                      <p:cBhvr>
                                        <p:cTn id="48" dur="550" decel="100000" fill="hold"/>
                                        <p:tgtEl>
                                          <p:spTgt spid="9"/>
                                        </p:tgtEl>
                                        <p:attrNameLst>
                                          <p:attrName>ppt_x</p:attrName>
                                        </p:attrNameLst>
                                      </p:cBhvr>
                                      <p:tavLst>
                                        <p:tav tm="0">
                                          <p:val>
                                            <p:strVal val="#ppt_x"/>
                                          </p:val>
                                        </p:tav>
                                        <p:tav tm="100000">
                                          <p:val>
                                            <p:strVal val="#ppt_x"/>
                                          </p:val>
                                        </p:tav>
                                      </p:tavLst>
                                    </p:anim>
                                    <p:anim calcmode="lin" valueType="num">
                                      <p:cBhvr>
                                        <p:cTn id="49" dur="550" decel="100000" fill="hold"/>
                                        <p:tgtEl>
                                          <p:spTgt spid="9"/>
                                        </p:tgtEl>
                                        <p:attrNameLst>
                                          <p:attrName>ppt_y</p:attrName>
                                        </p:attrNameLst>
                                      </p:cBhvr>
                                      <p:tavLst>
                                        <p:tav tm="0">
                                          <p:val>
                                            <p:strVal val="#ppt_y+.04"/>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550"/>
                                        <p:tgtEl>
                                          <p:spTgt spid="10"/>
                                        </p:tgtEl>
                                      </p:cBhvr>
                                    </p:animEffect>
                                    <p:anim calcmode="lin" valueType="num">
                                      <p:cBhvr>
                                        <p:cTn id="53" dur="550" decel="100000" fill="hold"/>
                                        <p:tgtEl>
                                          <p:spTgt spid="10"/>
                                        </p:tgtEl>
                                        <p:attrNameLst>
                                          <p:attrName>ppt_x</p:attrName>
                                        </p:attrNameLst>
                                      </p:cBhvr>
                                      <p:tavLst>
                                        <p:tav tm="0">
                                          <p:val>
                                            <p:strVal val="#ppt_x"/>
                                          </p:val>
                                        </p:tav>
                                        <p:tav tm="100000">
                                          <p:val>
                                            <p:strVal val="#ppt_x"/>
                                          </p:val>
                                        </p:tav>
                                      </p:tavLst>
                                    </p:anim>
                                    <p:anim calcmode="lin" valueType="num">
                                      <p:cBhvr>
                                        <p:cTn id="54" dur="550" decel="100000" fill="hold"/>
                                        <p:tgtEl>
                                          <p:spTgt spid="10"/>
                                        </p:tgtEl>
                                        <p:attrNameLst>
                                          <p:attrName>ppt_y</p:attrName>
                                        </p:attrNameLst>
                                      </p:cBhvr>
                                      <p:tavLst>
                                        <p:tav tm="0">
                                          <p:val>
                                            <p:strVal val="#ppt_y+.04"/>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50"/>
                                        <p:tgtEl>
                                          <p:spTgt spid="11"/>
                                        </p:tgtEl>
                                      </p:cBhvr>
                                    </p:animEffect>
                                    <p:anim calcmode="lin" valueType="num">
                                      <p:cBhvr>
                                        <p:cTn id="58" dur="550" decel="100000" fill="hold"/>
                                        <p:tgtEl>
                                          <p:spTgt spid="11"/>
                                        </p:tgtEl>
                                        <p:attrNameLst>
                                          <p:attrName>ppt_x</p:attrName>
                                        </p:attrNameLst>
                                      </p:cBhvr>
                                      <p:tavLst>
                                        <p:tav tm="0">
                                          <p:val>
                                            <p:strVal val="#ppt_x"/>
                                          </p:val>
                                        </p:tav>
                                        <p:tav tm="100000">
                                          <p:val>
                                            <p:strVal val="#ppt_x"/>
                                          </p:val>
                                        </p:tav>
                                      </p:tavLst>
                                    </p:anim>
                                    <p:anim calcmode="lin" valueType="num">
                                      <p:cBhvr>
                                        <p:cTn id="59" dur="550" decel="100000" fill="hold"/>
                                        <p:tgtEl>
                                          <p:spTgt spid="11"/>
                                        </p:tgtEl>
                                        <p:attrNameLst>
                                          <p:attrName>ppt_y</p:attrName>
                                        </p:attrNameLst>
                                      </p:cBhvr>
                                      <p:tavLst>
                                        <p:tav tm="0">
                                          <p:val>
                                            <p:strVal val="#ppt_y+.04"/>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50"/>
                                        <p:tgtEl>
                                          <p:spTgt spid="15"/>
                                        </p:tgtEl>
                                      </p:cBhvr>
                                    </p:animEffect>
                                    <p:anim calcmode="lin" valueType="num">
                                      <p:cBhvr>
                                        <p:cTn id="65" dur="550" decel="100000" fill="hold"/>
                                        <p:tgtEl>
                                          <p:spTgt spid="15"/>
                                        </p:tgtEl>
                                        <p:attrNameLst>
                                          <p:attrName>ppt_x</p:attrName>
                                        </p:attrNameLst>
                                      </p:cBhvr>
                                      <p:tavLst>
                                        <p:tav tm="0">
                                          <p:val>
                                            <p:strVal val="#ppt_x"/>
                                          </p:val>
                                        </p:tav>
                                        <p:tav tm="100000">
                                          <p:val>
                                            <p:strVal val="#ppt_x"/>
                                          </p:val>
                                        </p:tav>
                                      </p:tavLst>
                                    </p:anim>
                                    <p:anim calcmode="lin" valueType="num">
                                      <p:cBhvr>
                                        <p:cTn id="66" dur="550" decel="100000" fill="hold"/>
                                        <p:tgtEl>
                                          <p:spTgt spid="15"/>
                                        </p:tgtEl>
                                        <p:attrNameLst>
                                          <p:attrName>ppt_y</p:attrName>
                                        </p:attrNameLst>
                                      </p:cBhvr>
                                      <p:tavLst>
                                        <p:tav tm="0">
                                          <p:val>
                                            <p:strVal val="#ppt_y+.04"/>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50"/>
                                        <p:tgtEl>
                                          <p:spTgt spid="16"/>
                                        </p:tgtEl>
                                      </p:cBhvr>
                                    </p:animEffect>
                                    <p:anim calcmode="lin" valueType="num">
                                      <p:cBhvr>
                                        <p:cTn id="70" dur="550" decel="100000" fill="hold"/>
                                        <p:tgtEl>
                                          <p:spTgt spid="16"/>
                                        </p:tgtEl>
                                        <p:attrNameLst>
                                          <p:attrName>ppt_x</p:attrName>
                                        </p:attrNameLst>
                                      </p:cBhvr>
                                      <p:tavLst>
                                        <p:tav tm="0">
                                          <p:val>
                                            <p:strVal val="#ppt_x"/>
                                          </p:val>
                                        </p:tav>
                                        <p:tav tm="100000">
                                          <p:val>
                                            <p:strVal val="#ppt_x"/>
                                          </p:val>
                                        </p:tav>
                                      </p:tavLst>
                                    </p:anim>
                                    <p:anim calcmode="lin" valueType="num">
                                      <p:cBhvr>
                                        <p:cTn id="71" dur="550" decel="100000" fill="hold"/>
                                        <p:tgtEl>
                                          <p:spTgt spid="16"/>
                                        </p:tgtEl>
                                        <p:attrNameLst>
                                          <p:attrName>ppt_y</p:attrName>
                                        </p:attrNameLst>
                                      </p:cBhvr>
                                      <p:tavLst>
                                        <p:tav tm="0">
                                          <p:val>
                                            <p:strVal val="#ppt_y+.04"/>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50"/>
                                        <p:tgtEl>
                                          <p:spTgt spid="17"/>
                                        </p:tgtEl>
                                      </p:cBhvr>
                                    </p:animEffect>
                                    <p:anim calcmode="lin" valueType="num">
                                      <p:cBhvr>
                                        <p:cTn id="75" dur="550" decel="100000" fill="hold"/>
                                        <p:tgtEl>
                                          <p:spTgt spid="17"/>
                                        </p:tgtEl>
                                        <p:attrNameLst>
                                          <p:attrName>ppt_x</p:attrName>
                                        </p:attrNameLst>
                                      </p:cBhvr>
                                      <p:tavLst>
                                        <p:tav tm="0">
                                          <p:val>
                                            <p:strVal val="#ppt_x"/>
                                          </p:val>
                                        </p:tav>
                                        <p:tav tm="100000">
                                          <p:val>
                                            <p:strVal val="#ppt_x"/>
                                          </p:val>
                                        </p:tav>
                                      </p:tavLst>
                                    </p:anim>
                                    <p:anim calcmode="lin" valueType="num">
                                      <p:cBhvr>
                                        <p:cTn id="76" dur="550" decel="100000" fill="hold"/>
                                        <p:tgtEl>
                                          <p:spTgt spid="17"/>
                                        </p:tgtEl>
                                        <p:attrNameLst>
                                          <p:attrName>ppt_y</p:attrName>
                                        </p:attrNameLst>
                                      </p:cBhvr>
                                      <p:tavLst>
                                        <p:tav tm="0">
                                          <p:val>
                                            <p:strVal val="#ppt_y+.04"/>
                                          </p:val>
                                        </p:tav>
                                        <p:tav tm="100000">
                                          <p:val>
                                            <p:strVal val="#ppt_y"/>
                                          </p:val>
                                        </p:tav>
                                      </p:tavLst>
                                    </p:anim>
                                  </p:childTnLst>
                                </p:cTn>
                              </p:par>
                              <p:par>
                                <p:cTn id="77" presetID="42" presetClass="entr" presetSubtype="0" fill="hold" grpId="0" nodeType="withEffect">
                                  <p:stCondLst>
                                    <p:cond delay="18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50"/>
                                        <p:tgtEl>
                                          <p:spTgt spid="18"/>
                                        </p:tgtEl>
                                      </p:cBhvr>
                                    </p:animEffect>
                                    <p:anim calcmode="lin" valueType="num">
                                      <p:cBhvr>
                                        <p:cTn id="80" dur="550" decel="100000" fill="hold"/>
                                        <p:tgtEl>
                                          <p:spTgt spid="18"/>
                                        </p:tgtEl>
                                        <p:attrNameLst>
                                          <p:attrName>ppt_x</p:attrName>
                                        </p:attrNameLst>
                                      </p:cBhvr>
                                      <p:tavLst>
                                        <p:tav tm="0">
                                          <p:val>
                                            <p:strVal val="#ppt_x"/>
                                          </p:val>
                                        </p:tav>
                                        <p:tav tm="100000">
                                          <p:val>
                                            <p:strVal val="#ppt_x"/>
                                          </p:val>
                                        </p:tav>
                                      </p:tavLst>
                                    </p:anim>
                                    <p:anim calcmode="lin" valueType="num">
                                      <p:cBhvr>
                                        <p:cTn id="81" dur="550" decel="100000" fill="hold"/>
                                        <p:tgtEl>
                                          <p:spTgt spid="18"/>
                                        </p:tgtEl>
                                        <p:attrNameLst>
                                          <p:attrName>ppt_y</p:attrName>
                                        </p:attrNameLst>
                                      </p:cBhvr>
                                      <p:tavLst>
                                        <p:tav tm="0">
                                          <p:val>
                                            <p:strVal val="#ppt_y+.04"/>
                                          </p:val>
                                        </p:tav>
                                        <p:tav tm="100000">
                                          <p:val>
                                            <p:strVal val="#ppt_y"/>
                                          </p:val>
                                        </p:tav>
                                      </p:tavLst>
                                    </p:anim>
                                  </p:childTnLst>
                                </p:cTn>
                              </p:par>
                              <p:par>
                                <p:cTn id="82" presetID="42" presetClass="entr" presetSubtype="0" fill="hold" grpId="0" nodeType="withEffect">
                                  <p:stCondLst>
                                    <p:cond delay="18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50"/>
                                        <p:tgtEl>
                                          <p:spTgt spid="19"/>
                                        </p:tgtEl>
                                      </p:cBhvr>
                                    </p:animEffect>
                                    <p:anim calcmode="lin" valueType="num">
                                      <p:cBhvr>
                                        <p:cTn id="85" dur="550" decel="100000" fill="hold"/>
                                        <p:tgtEl>
                                          <p:spTgt spid="19"/>
                                        </p:tgtEl>
                                        <p:attrNameLst>
                                          <p:attrName>ppt_x</p:attrName>
                                        </p:attrNameLst>
                                      </p:cBhvr>
                                      <p:tavLst>
                                        <p:tav tm="0">
                                          <p:val>
                                            <p:strVal val="#ppt_x"/>
                                          </p:val>
                                        </p:tav>
                                        <p:tav tm="100000">
                                          <p:val>
                                            <p:strVal val="#ppt_x"/>
                                          </p:val>
                                        </p:tav>
                                      </p:tavLst>
                                    </p:anim>
                                    <p:anim calcmode="lin" valueType="num">
                                      <p:cBhvr>
                                        <p:cTn id="86" dur="550" decel="100000" fill="hold"/>
                                        <p:tgtEl>
                                          <p:spTgt spid="1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2" grpId="0" animBg="1"/>
      <p:bldP spid="13" grpId="0" animBg="1"/>
      <p:bldP spid="14" grpId="0" animBg="1"/>
      <p:bldP spid="8" grpId="0" animBg="1"/>
      <p:bldP spid="9" grpId="0" animBg="1"/>
      <p:bldP spid="10" grpId="0" animBg="1"/>
      <p:bldP spid="15" grpId="0" animBg="1"/>
      <p:bldP spid="16" grpId="0" animBg="1"/>
      <p:bldP spid="17" grpId="0" animBg="1"/>
      <p:bldP spid="18" grpId="0" animBg="1"/>
      <p:bldP spid="19" grpId="0" animBg="1"/>
    </p:bldLst>
  </p:timing>
</p:sld>
</file>

<file path=ppt/theme/theme1.xml><?xml version="1.0" encoding="utf-8"?>
<a:theme xmlns:a="http://schemas.openxmlformats.org/drawingml/2006/main" name="OVB 2026">
  <a:themeElements>
    <a:clrScheme name="OVB 2026">
      <a:dk1>
        <a:srgbClr val="1A2733"/>
      </a:dk1>
      <a:lt1>
        <a:srgbClr val="FFFFFF"/>
      </a:lt1>
      <a:dk2>
        <a:srgbClr val="003366"/>
      </a:dk2>
      <a:lt2>
        <a:srgbClr val="EEF5FA"/>
      </a:lt2>
      <a:accent1>
        <a:srgbClr val="003366"/>
      </a:accent1>
      <a:accent2>
        <a:srgbClr val="00B7E5"/>
      </a:accent2>
      <a:accent3>
        <a:srgbClr val="0078B4"/>
      </a:accent3>
      <a:accent4>
        <a:srgbClr val="7FD6F2"/>
      </a:accent4>
      <a:accent5>
        <a:srgbClr val="5B6B7B"/>
      </a:accent5>
      <a:accent6>
        <a:srgbClr val="E5484D"/>
      </a:accent6>
      <a:hlink>
        <a:srgbClr val="0078B4"/>
      </a:hlink>
      <a:folHlink>
        <a:srgbClr val="5B6B7B"/>
      </a:folHlink>
    </a:clrScheme>
    <a:fontScheme name="OVB 2026">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OVB Magyarország – Elemző segédlet</dc:title>
  <dc:subject>PptxGenJS Presentation</dc:subject>
  <dc:creator>OVB Magyarország</dc:creator>
  <cp:lastModifiedBy>OVB Magyarország</cp:lastModifiedBy>
  <cp:revision>1</cp:revision>
  <dcterms:created xsi:type="dcterms:W3CDTF">2026-10-04T21:23:46Z</dcterms:created>
  <dcterms:modified xsi:type="dcterms:W3CDTF">2026-10-04T21:23:46Z</dcterms:modified>
</cp:coreProperties>
</file>